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0" r:id="rId2"/>
    <p:sldMasterId id="2147483662" r:id="rId3"/>
  </p:sldMasterIdLst>
  <p:notesMasterIdLst>
    <p:notesMasterId r:id="rId41"/>
  </p:notesMasterIdLst>
  <p:sldIdLst>
    <p:sldId id="256" r:id="rId4"/>
    <p:sldId id="257" r:id="rId5"/>
    <p:sldId id="258" r:id="rId6"/>
    <p:sldId id="260" r:id="rId7"/>
    <p:sldId id="259" r:id="rId8"/>
    <p:sldId id="332" r:id="rId9"/>
    <p:sldId id="382" r:id="rId10"/>
    <p:sldId id="383" r:id="rId11"/>
    <p:sldId id="384" r:id="rId12"/>
    <p:sldId id="385" r:id="rId13"/>
    <p:sldId id="386" r:id="rId14"/>
    <p:sldId id="387" r:id="rId15"/>
    <p:sldId id="388" r:id="rId16"/>
    <p:sldId id="354" r:id="rId17"/>
    <p:sldId id="322" r:id="rId18"/>
    <p:sldId id="341" r:id="rId19"/>
    <p:sldId id="392" r:id="rId20"/>
    <p:sldId id="393" r:id="rId21"/>
    <p:sldId id="357" r:id="rId22"/>
    <p:sldId id="371" r:id="rId23"/>
    <p:sldId id="333" r:id="rId24"/>
    <p:sldId id="372" r:id="rId25"/>
    <p:sldId id="344" r:id="rId26"/>
    <p:sldId id="373" r:id="rId27"/>
    <p:sldId id="334" r:id="rId28"/>
    <p:sldId id="389" r:id="rId29"/>
    <p:sldId id="335" r:id="rId30"/>
    <p:sldId id="374" r:id="rId31"/>
    <p:sldId id="325" r:id="rId32"/>
    <p:sldId id="390" r:id="rId33"/>
    <p:sldId id="337" r:id="rId34"/>
    <p:sldId id="375" r:id="rId35"/>
    <p:sldId id="328" r:id="rId36"/>
    <p:sldId id="326" r:id="rId37"/>
    <p:sldId id="402" r:id="rId38"/>
    <p:sldId id="403" r:id="rId39"/>
    <p:sldId id="261" r:id="rId40"/>
  </p:sldIdLst>
  <p:sldSz cx="12192000" cy="6858000"/>
  <p:notesSz cx="6858000" cy="9144000"/>
  <p:embeddedFontLst>
    <p:embeddedFont>
      <p:font typeface="Helvetica Neue" panose="020B0604020202020204" charset="0"/>
      <p:regular r:id="rId42"/>
      <p:bold r:id="rId43"/>
      <p:italic r:id="rId44"/>
      <p:boldItalic r:id="rId45"/>
    </p:embeddedFont>
    <p:embeddedFont>
      <p:font typeface="Helvetica Neue Light" panose="020B0604020202020204" charset="0"/>
      <p:regular r:id="rId46"/>
      <p:bold r:id="rId47"/>
      <p:italic r:id="rId48"/>
      <p:boldItalic r:id="rId4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0" roundtripDataSignature="AMtx7mguRPUF+7luhaq8GDYKMrV92X/9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5DED61-86FF-4EB5-A0BA-C373A3B25260}" v="54" dt="2025-09-11T19:59:13.0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font" Target="fonts/font1.fntdata"/><Relationship Id="rId47" Type="http://schemas.openxmlformats.org/officeDocument/2006/relationships/font" Target="fonts/font6.fntdata"/><Relationship Id="rId50" Type="http://customschemas.google.com/relationships/presentationmetadata" Target="metadata"/><Relationship Id="rId55" Type="http://schemas.microsoft.com/office/2016/11/relationships/changesInfo" Target="changesInfos/changesInfo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font" Target="fonts/font4.fntdata"/><Relationship Id="rId53" Type="http://schemas.openxmlformats.org/officeDocument/2006/relationships/theme" Target="theme/theme1.xml"/><Relationship Id="rId5" Type="http://schemas.openxmlformats.org/officeDocument/2006/relationships/slide" Target="slides/slide2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font" Target="fonts/font3.fntdata"/><Relationship Id="rId52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font" Target="fonts/font2.fntdata"/><Relationship Id="rId48" Type="http://schemas.openxmlformats.org/officeDocument/2006/relationships/font" Target="fonts/font7.fntdata"/><Relationship Id="rId56" Type="http://schemas.microsoft.com/office/2015/10/relationships/revisionInfo" Target="revisionInfo.xml"/><Relationship Id="rId8" Type="http://schemas.openxmlformats.org/officeDocument/2006/relationships/slide" Target="slides/slide5.xml"/><Relationship Id="rId51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font" Target="fonts/font5.fntdata"/><Relationship Id="rId20" Type="http://schemas.openxmlformats.org/officeDocument/2006/relationships/slide" Target="slides/slide17.xml"/><Relationship Id="rId41" Type="http://schemas.openxmlformats.org/officeDocument/2006/relationships/notesMaster" Target="notesMasters/notesMaster1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font" Target="fonts/font8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rien Osakwe" userId="7a3e290c-eb83-484b-8e3d-d46ef2333477" providerId="ADAL" clId="{516F4981-D9C8-4339-9685-B0B88EA45B28}"/>
    <pc:docChg chg="undo custSel addSld delSld modSld sldOrd modMainMaster">
      <pc:chgData name="Adrien Osakwe" userId="7a3e290c-eb83-484b-8e3d-d46ef2333477" providerId="ADAL" clId="{516F4981-D9C8-4339-9685-B0B88EA45B28}" dt="2025-09-11T19:59:13.771" v="1872" actId="27636"/>
      <pc:docMkLst>
        <pc:docMk/>
      </pc:docMkLst>
      <pc:sldChg chg="modSp mod">
        <pc:chgData name="Adrien Osakwe" userId="7a3e290c-eb83-484b-8e3d-d46ef2333477" providerId="ADAL" clId="{516F4981-D9C8-4339-9685-B0B88EA45B28}" dt="2025-09-08T22:52:48.978" v="204" actId="27636"/>
        <pc:sldMkLst>
          <pc:docMk/>
          <pc:sldMk cId="0" sldId="256"/>
        </pc:sldMkLst>
        <pc:spChg chg="mod">
          <ac:chgData name="Adrien Osakwe" userId="7a3e290c-eb83-484b-8e3d-d46ef2333477" providerId="ADAL" clId="{516F4981-D9C8-4339-9685-B0B88EA45B28}" dt="2025-09-08T22:52:48.978" v="204" actId="27636"/>
          <ac:spMkLst>
            <pc:docMk/>
            <pc:sldMk cId="0" sldId="256"/>
            <ac:spMk id="72" creationId="{00000000-0000-0000-0000-000000000000}"/>
          </ac:spMkLst>
        </pc:spChg>
      </pc:sldChg>
      <pc:sldChg chg="modSp mod">
        <pc:chgData name="Adrien Osakwe" userId="7a3e290c-eb83-484b-8e3d-d46ef2333477" providerId="ADAL" clId="{516F4981-D9C8-4339-9685-B0B88EA45B28}" dt="2025-09-09T18:19:31.113" v="219" actId="20577"/>
        <pc:sldMkLst>
          <pc:docMk/>
          <pc:sldMk cId="0" sldId="258"/>
        </pc:sldMkLst>
        <pc:spChg chg="mod">
          <ac:chgData name="Adrien Osakwe" userId="7a3e290c-eb83-484b-8e3d-d46ef2333477" providerId="ADAL" clId="{516F4981-D9C8-4339-9685-B0B88EA45B28}" dt="2025-09-09T18:19:31.113" v="219" actId="20577"/>
          <ac:spMkLst>
            <pc:docMk/>
            <pc:sldMk cId="0" sldId="258"/>
            <ac:spMk id="85" creationId="{00000000-0000-0000-0000-000000000000}"/>
          </ac:spMkLst>
        </pc:spChg>
        <pc:spChg chg="mod">
          <ac:chgData name="Adrien Osakwe" userId="7a3e290c-eb83-484b-8e3d-d46ef2333477" providerId="ADAL" clId="{516F4981-D9C8-4339-9685-B0B88EA45B28}" dt="2025-09-08T17:18:35.630" v="194" actId="20577"/>
          <ac:spMkLst>
            <pc:docMk/>
            <pc:sldMk cId="0" sldId="258"/>
            <ac:spMk id="86" creationId="{00000000-0000-0000-0000-000000000000}"/>
          </ac:spMkLst>
        </pc:spChg>
      </pc:sldChg>
      <pc:sldChg chg="modSp">
        <pc:chgData name="Adrien Osakwe" userId="7a3e290c-eb83-484b-8e3d-d46ef2333477" providerId="ADAL" clId="{516F4981-D9C8-4339-9685-B0B88EA45B28}" dt="2025-09-10T16:17:06.130" v="230"/>
        <pc:sldMkLst>
          <pc:docMk/>
          <pc:sldMk cId="0" sldId="259"/>
        </pc:sldMkLst>
        <pc:spChg chg="mod">
          <ac:chgData name="Adrien Osakwe" userId="7a3e290c-eb83-484b-8e3d-d46ef2333477" providerId="ADAL" clId="{516F4981-D9C8-4339-9685-B0B88EA45B28}" dt="2025-09-10T16:17:06.130" v="230"/>
          <ac:spMkLst>
            <pc:docMk/>
            <pc:sldMk cId="0" sldId="259"/>
            <ac:spMk id="96" creationId="{00000000-0000-0000-0000-000000000000}"/>
          </ac:spMkLst>
        </pc:spChg>
      </pc:sldChg>
      <pc:sldChg chg="modSp mod ord">
        <pc:chgData name="Adrien Osakwe" userId="7a3e290c-eb83-484b-8e3d-d46ef2333477" providerId="ADAL" clId="{516F4981-D9C8-4339-9685-B0B88EA45B28}" dt="2025-09-10T16:17:07.426" v="232"/>
        <pc:sldMkLst>
          <pc:docMk/>
          <pc:sldMk cId="0" sldId="260"/>
        </pc:sldMkLst>
        <pc:spChg chg="mod">
          <ac:chgData name="Adrien Osakwe" userId="7a3e290c-eb83-484b-8e3d-d46ef2333477" providerId="ADAL" clId="{516F4981-D9C8-4339-9685-B0B88EA45B28}" dt="2025-09-08T17:06:20.998" v="6" actId="20577"/>
          <ac:spMkLst>
            <pc:docMk/>
            <pc:sldMk cId="0" sldId="260"/>
            <ac:spMk id="101" creationId="{00000000-0000-0000-0000-000000000000}"/>
          </ac:spMkLst>
        </pc:spChg>
        <pc:spChg chg="mod">
          <ac:chgData name="Adrien Osakwe" userId="7a3e290c-eb83-484b-8e3d-d46ef2333477" providerId="ADAL" clId="{516F4981-D9C8-4339-9685-B0B88EA45B28}" dt="2025-09-08T17:18:42.533" v="197" actId="20577"/>
          <ac:spMkLst>
            <pc:docMk/>
            <pc:sldMk cId="0" sldId="260"/>
            <ac:spMk id="102" creationId="{00000000-0000-0000-0000-000000000000}"/>
          </ac:spMkLst>
        </pc:spChg>
      </pc:sldChg>
      <pc:sldChg chg="delSp modSp add del mod">
        <pc:chgData name="Adrien Osakwe" userId="7a3e290c-eb83-484b-8e3d-d46ef2333477" providerId="ADAL" clId="{516F4981-D9C8-4339-9685-B0B88EA45B28}" dt="2025-09-10T16:17:57.624" v="273" actId="47"/>
        <pc:sldMkLst>
          <pc:docMk/>
          <pc:sldMk cId="116534369" sldId="319"/>
        </pc:sldMkLst>
        <pc:spChg chg="mod">
          <ac:chgData name="Adrien Osakwe" userId="7a3e290c-eb83-484b-8e3d-d46ef2333477" providerId="ADAL" clId="{516F4981-D9C8-4339-9685-B0B88EA45B28}" dt="2025-09-10T16:17:30.488" v="262" actId="21"/>
          <ac:spMkLst>
            <pc:docMk/>
            <pc:sldMk cId="116534369" sldId="319"/>
            <ac:spMk id="2" creationId="{FA28E789-0CD4-A736-2344-766F87DCC678}"/>
          </ac:spMkLst>
        </pc:spChg>
        <pc:spChg chg="del">
          <ac:chgData name="Adrien Osakwe" userId="7a3e290c-eb83-484b-8e3d-d46ef2333477" providerId="ADAL" clId="{516F4981-D9C8-4339-9685-B0B88EA45B28}" dt="2025-09-10T16:17:35.193" v="264" actId="21"/>
          <ac:spMkLst>
            <pc:docMk/>
            <pc:sldMk cId="116534369" sldId="319"/>
            <ac:spMk id="5" creationId="{F50C0EF4-3357-D0B4-AACB-CEAEFAD6502E}"/>
          </ac:spMkLst>
        </pc:spChg>
        <pc:picChg chg="del">
          <ac:chgData name="Adrien Osakwe" userId="7a3e290c-eb83-484b-8e3d-d46ef2333477" providerId="ADAL" clId="{516F4981-D9C8-4339-9685-B0B88EA45B28}" dt="2025-09-10T16:17:35.193" v="264" actId="21"/>
          <ac:picMkLst>
            <pc:docMk/>
            <pc:sldMk cId="116534369" sldId="319"/>
            <ac:picMk id="3" creationId="{94497FBE-398F-F450-55A5-0169B83FAC55}"/>
          </ac:picMkLst>
        </pc:picChg>
      </pc:sldChg>
      <pc:sldChg chg="delSp modSp add del mod">
        <pc:chgData name="Adrien Osakwe" userId="7a3e290c-eb83-484b-8e3d-d46ef2333477" providerId="ADAL" clId="{516F4981-D9C8-4339-9685-B0B88EA45B28}" dt="2025-09-10T16:22:17.063" v="286" actId="47"/>
        <pc:sldMkLst>
          <pc:docMk/>
          <pc:sldMk cId="511111868" sldId="320"/>
        </pc:sldMkLst>
        <pc:spChg chg="mod">
          <ac:chgData name="Adrien Osakwe" userId="7a3e290c-eb83-484b-8e3d-d46ef2333477" providerId="ADAL" clId="{516F4981-D9C8-4339-9685-B0B88EA45B28}" dt="2025-09-10T16:18:08.374" v="279" actId="27636"/>
          <ac:spMkLst>
            <pc:docMk/>
            <pc:sldMk cId="511111868" sldId="320"/>
            <ac:spMk id="2" creationId="{100FAA95-56E1-2195-5855-46B50DD5E678}"/>
          </ac:spMkLst>
        </pc:spChg>
        <pc:picChg chg="del">
          <ac:chgData name="Adrien Osakwe" userId="7a3e290c-eb83-484b-8e3d-d46ef2333477" providerId="ADAL" clId="{516F4981-D9C8-4339-9685-B0B88EA45B28}" dt="2025-09-10T16:18:12.075" v="282" actId="21"/>
          <ac:picMkLst>
            <pc:docMk/>
            <pc:sldMk cId="511111868" sldId="320"/>
            <ac:picMk id="1026" creationId="{72C526F7-AD9B-8A76-27CF-5B8208E932A9}"/>
          </ac:picMkLst>
        </pc:picChg>
      </pc:sldChg>
      <pc:sldChg chg="delSp add del mod delAnim">
        <pc:chgData name="Adrien Osakwe" userId="7a3e290c-eb83-484b-8e3d-d46ef2333477" providerId="ADAL" clId="{516F4981-D9C8-4339-9685-B0B88EA45B28}" dt="2025-09-10T17:05:35.334" v="360" actId="47"/>
        <pc:sldMkLst>
          <pc:docMk/>
          <pc:sldMk cId="620605204" sldId="321"/>
        </pc:sldMkLst>
        <pc:spChg chg="del">
          <ac:chgData name="Adrien Osakwe" userId="7a3e290c-eb83-484b-8e3d-d46ef2333477" providerId="ADAL" clId="{516F4981-D9C8-4339-9685-B0B88EA45B28}" dt="2025-09-10T17:05:22.722" v="357" actId="21"/>
          <ac:spMkLst>
            <pc:docMk/>
            <pc:sldMk cId="620605204" sldId="321"/>
            <ac:spMk id="4" creationId="{7813187B-9A62-B21D-518D-1C283C5021A3}"/>
          </ac:spMkLst>
        </pc:spChg>
        <pc:spChg chg="del">
          <ac:chgData name="Adrien Osakwe" userId="7a3e290c-eb83-484b-8e3d-d46ef2333477" providerId="ADAL" clId="{516F4981-D9C8-4339-9685-B0B88EA45B28}" dt="2025-09-10T17:05:22.722" v="357" actId="21"/>
          <ac:spMkLst>
            <pc:docMk/>
            <pc:sldMk cId="620605204" sldId="321"/>
            <ac:spMk id="5" creationId="{8FE610B5-513F-26CD-F15D-33D9A0F742C4}"/>
          </ac:spMkLst>
        </pc:spChg>
        <pc:spChg chg="del">
          <ac:chgData name="Adrien Osakwe" userId="7a3e290c-eb83-484b-8e3d-d46ef2333477" providerId="ADAL" clId="{516F4981-D9C8-4339-9685-B0B88EA45B28}" dt="2025-09-10T17:05:22.722" v="357" actId="21"/>
          <ac:spMkLst>
            <pc:docMk/>
            <pc:sldMk cId="620605204" sldId="321"/>
            <ac:spMk id="6" creationId="{59063E20-C471-E6A4-893C-741C85778811}"/>
          </ac:spMkLst>
        </pc:spChg>
        <pc:spChg chg="del">
          <ac:chgData name="Adrien Osakwe" userId="7a3e290c-eb83-484b-8e3d-d46ef2333477" providerId="ADAL" clId="{516F4981-D9C8-4339-9685-B0B88EA45B28}" dt="2025-09-10T17:05:22.722" v="357" actId="21"/>
          <ac:spMkLst>
            <pc:docMk/>
            <pc:sldMk cId="620605204" sldId="321"/>
            <ac:spMk id="8" creationId="{66C9CA37-FB16-4919-98B3-413C17773A2F}"/>
          </ac:spMkLst>
        </pc:spChg>
        <pc:spChg chg="del">
          <ac:chgData name="Adrien Osakwe" userId="7a3e290c-eb83-484b-8e3d-d46ef2333477" providerId="ADAL" clId="{516F4981-D9C8-4339-9685-B0B88EA45B28}" dt="2025-09-10T17:05:22.722" v="357" actId="21"/>
          <ac:spMkLst>
            <pc:docMk/>
            <pc:sldMk cId="620605204" sldId="321"/>
            <ac:spMk id="11" creationId="{471FD7C1-B59F-DE55-DA63-0372381F006F}"/>
          </ac:spMkLst>
        </pc:spChg>
        <pc:spChg chg="del">
          <ac:chgData name="Adrien Osakwe" userId="7a3e290c-eb83-484b-8e3d-d46ef2333477" providerId="ADAL" clId="{516F4981-D9C8-4339-9685-B0B88EA45B28}" dt="2025-09-10T17:05:22.722" v="357" actId="21"/>
          <ac:spMkLst>
            <pc:docMk/>
            <pc:sldMk cId="620605204" sldId="321"/>
            <ac:spMk id="12" creationId="{92B0E22C-CDF6-915B-605D-C2DE1D234A16}"/>
          </ac:spMkLst>
        </pc:spChg>
        <pc:spChg chg="del">
          <ac:chgData name="Adrien Osakwe" userId="7a3e290c-eb83-484b-8e3d-d46ef2333477" providerId="ADAL" clId="{516F4981-D9C8-4339-9685-B0B88EA45B28}" dt="2025-09-10T17:05:22.722" v="357" actId="21"/>
          <ac:spMkLst>
            <pc:docMk/>
            <pc:sldMk cId="620605204" sldId="321"/>
            <ac:spMk id="13" creationId="{14C34AF6-5463-43B7-5722-F40A51B94DA7}"/>
          </ac:spMkLst>
        </pc:spChg>
        <pc:spChg chg="del">
          <ac:chgData name="Adrien Osakwe" userId="7a3e290c-eb83-484b-8e3d-d46ef2333477" providerId="ADAL" clId="{516F4981-D9C8-4339-9685-B0B88EA45B28}" dt="2025-09-10T17:05:22.722" v="357" actId="21"/>
          <ac:spMkLst>
            <pc:docMk/>
            <pc:sldMk cId="620605204" sldId="321"/>
            <ac:spMk id="15" creationId="{F6CFCD23-A970-B5C3-F585-5A5FDE41E3D2}"/>
          </ac:spMkLst>
        </pc:spChg>
        <pc:spChg chg="del">
          <ac:chgData name="Adrien Osakwe" userId="7a3e290c-eb83-484b-8e3d-d46ef2333477" providerId="ADAL" clId="{516F4981-D9C8-4339-9685-B0B88EA45B28}" dt="2025-09-10T17:05:22.722" v="357" actId="21"/>
          <ac:spMkLst>
            <pc:docMk/>
            <pc:sldMk cId="620605204" sldId="321"/>
            <ac:spMk id="17" creationId="{634615A0-A3AE-2822-490B-44861A4DC53D}"/>
          </ac:spMkLst>
        </pc:spChg>
        <pc:spChg chg="del">
          <ac:chgData name="Adrien Osakwe" userId="7a3e290c-eb83-484b-8e3d-d46ef2333477" providerId="ADAL" clId="{516F4981-D9C8-4339-9685-B0B88EA45B28}" dt="2025-09-10T17:05:22.722" v="357" actId="21"/>
          <ac:spMkLst>
            <pc:docMk/>
            <pc:sldMk cId="620605204" sldId="321"/>
            <ac:spMk id="18" creationId="{71B21739-977F-9F86-5173-7F90976DDF58}"/>
          </ac:spMkLst>
        </pc:spChg>
      </pc:sldChg>
      <pc:sldChg chg="modSp add mod">
        <pc:chgData name="Adrien Osakwe" userId="7a3e290c-eb83-484b-8e3d-d46ef2333477" providerId="ADAL" clId="{516F4981-D9C8-4339-9685-B0B88EA45B28}" dt="2025-09-10T17:11:06.573" v="388" actId="14100"/>
        <pc:sldMkLst>
          <pc:docMk/>
          <pc:sldMk cId="607115465" sldId="322"/>
        </pc:sldMkLst>
        <pc:spChg chg="mod">
          <ac:chgData name="Adrien Osakwe" userId="7a3e290c-eb83-484b-8e3d-d46ef2333477" providerId="ADAL" clId="{516F4981-D9C8-4339-9685-B0B88EA45B28}" dt="2025-09-10T17:11:06.573" v="388" actId="14100"/>
          <ac:spMkLst>
            <pc:docMk/>
            <pc:sldMk cId="607115465" sldId="322"/>
            <ac:spMk id="2" creationId="{DDA2806D-35FE-24B5-F6B0-BC4E91E20B63}"/>
          </ac:spMkLst>
        </pc:spChg>
      </pc:sldChg>
      <pc:sldChg chg="add mod modShow">
        <pc:chgData name="Adrien Osakwe" userId="7a3e290c-eb83-484b-8e3d-d46ef2333477" providerId="ADAL" clId="{516F4981-D9C8-4339-9685-B0B88EA45B28}" dt="2025-09-11T19:57:55.819" v="1719" actId="729"/>
        <pc:sldMkLst>
          <pc:docMk/>
          <pc:sldMk cId="130669974" sldId="325"/>
        </pc:sldMkLst>
      </pc:sldChg>
      <pc:sldChg chg="add">
        <pc:chgData name="Adrien Osakwe" userId="7a3e290c-eb83-484b-8e3d-d46ef2333477" providerId="ADAL" clId="{516F4981-D9C8-4339-9685-B0B88EA45B28}" dt="2025-09-11T19:59:13.047" v="1871"/>
        <pc:sldMkLst>
          <pc:docMk/>
          <pc:sldMk cId="944076217" sldId="326"/>
        </pc:sldMkLst>
      </pc:sldChg>
      <pc:sldChg chg="modSp add del mod">
        <pc:chgData name="Adrien Osakwe" userId="7a3e290c-eb83-484b-8e3d-d46ef2333477" providerId="ADAL" clId="{516F4981-D9C8-4339-9685-B0B88EA45B28}" dt="2025-09-10T17:05:08.357" v="343" actId="47"/>
        <pc:sldMkLst>
          <pc:docMk/>
          <pc:sldMk cId="3120015113" sldId="327"/>
        </pc:sldMkLst>
        <pc:spChg chg="mod">
          <ac:chgData name="Adrien Osakwe" userId="7a3e290c-eb83-484b-8e3d-d46ef2333477" providerId="ADAL" clId="{516F4981-D9C8-4339-9685-B0B88EA45B28}" dt="2025-09-10T17:05:04.790" v="341" actId="21"/>
          <ac:spMkLst>
            <pc:docMk/>
            <pc:sldMk cId="3120015113" sldId="327"/>
            <ac:spMk id="2" creationId="{BC71840A-47BB-D406-2B18-5DF99FE82427}"/>
          </ac:spMkLst>
        </pc:spChg>
      </pc:sldChg>
      <pc:sldChg chg="modSp add mod">
        <pc:chgData name="Adrien Osakwe" userId="7a3e290c-eb83-484b-8e3d-d46ef2333477" providerId="ADAL" clId="{516F4981-D9C8-4339-9685-B0B88EA45B28}" dt="2025-09-11T19:59:13.771" v="1872" actId="27636"/>
        <pc:sldMkLst>
          <pc:docMk/>
          <pc:sldMk cId="3510116900" sldId="328"/>
        </pc:sldMkLst>
        <pc:spChg chg="mod">
          <ac:chgData name="Adrien Osakwe" userId="7a3e290c-eb83-484b-8e3d-d46ef2333477" providerId="ADAL" clId="{516F4981-D9C8-4339-9685-B0B88EA45B28}" dt="2025-09-11T19:59:13.771" v="1872" actId="27636"/>
          <ac:spMkLst>
            <pc:docMk/>
            <pc:sldMk cId="3510116900" sldId="328"/>
            <ac:spMk id="2" creationId="{145570DF-0C10-98C1-32EE-7BBAD91B3A01}"/>
          </ac:spMkLst>
        </pc:spChg>
      </pc:sldChg>
      <pc:sldChg chg="modSp add mod">
        <pc:chgData name="Adrien Osakwe" userId="7a3e290c-eb83-484b-8e3d-d46ef2333477" providerId="ADAL" clId="{516F4981-D9C8-4339-9685-B0B88EA45B28}" dt="2025-09-10T16:17:11.090" v="234" actId="1076"/>
        <pc:sldMkLst>
          <pc:docMk/>
          <pc:sldMk cId="910056172" sldId="332"/>
        </pc:sldMkLst>
        <pc:picChg chg="mod">
          <ac:chgData name="Adrien Osakwe" userId="7a3e290c-eb83-484b-8e3d-d46ef2333477" providerId="ADAL" clId="{516F4981-D9C8-4339-9685-B0B88EA45B28}" dt="2025-09-10T16:17:11.090" v="234" actId="1076"/>
          <ac:picMkLst>
            <pc:docMk/>
            <pc:sldMk cId="910056172" sldId="332"/>
            <ac:picMk id="3" creationId="{D63D6295-D41F-B16A-80CA-1D999E04CFC6}"/>
          </ac:picMkLst>
        </pc:picChg>
      </pc:sldChg>
      <pc:sldChg chg="add">
        <pc:chgData name="Adrien Osakwe" userId="7a3e290c-eb83-484b-8e3d-d46ef2333477" providerId="ADAL" clId="{516F4981-D9C8-4339-9685-B0B88EA45B28}" dt="2025-09-08T22:52:47.858" v="198"/>
        <pc:sldMkLst>
          <pc:docMk/>
          <pc:sldMk cId="634442937" sldId="333"/>
        </pc:sldMkLst>
      </pc:sldChg>
      <pc:sldChg chg="add">
        <pc:chgData name="Adrien Osakwe" userId="7a3e290c-eb83-484b-8e3d-d46ef2333477" providerId="ADAL" clId="{516F4981-D9C8-4339-9685-B0B88EA45B28}" dt="2025-09-08T22:52:47.858" v="198"/>
        <pc:sldMkLst>
          <pc:docMk/>
          <pc:sldMk cId="2565697555" sldId="334"/>
        </pc:sldMkLst>
      </pc:sldChg>
      <pc:sldChg chg="add">
        <pc:chgData name="Adrien Osakwe" userId="7a3e290c-eb83-484b-8e3d-d46ef2333477" providerId="ADAL" clId="{516F4981-D9C8-4339-9685-B0B88EA45B28}" dt="2025-09-08T22:53:41.381" v="205"/>
        <pc:sldMkLst>
          <pc:docMk/>
          <pc:sldMk cId="4165173319" sldId="335"/>
        </pc:sldMkLst>
      </pc:sldChg>
      <pc:sldChg chg="add mod modShow">
        <pc:chgData name="Adrien Osakwe" userId="7a3e290c-eb83-484b-8e3d-d46ef2333477" providerId="ADAL" clId="{516F4981-D9C8-4339-9685-B0B88EA45B28}" dt="2025-09-11T19:57:55.819" v="1719" actId="729"/>
        <pc:sldMkLst>
          <pc:docMk/>
          <pc:sldMk cId="1749104538" sldId="337"/>
        </pc:sldMkLst>
      </pc:sldChg>
      <pc:sldChg chg="add">
        <pc:chgData name="Adrien Osakwe" userId="7a3e290c-eb83-484b-8e3d-d46ef2333477" providerId="ADAL" clId="{516F4981-D9C8-4339-9685-B0B88EA45B28}" dt="2025-09-08T22:52:47.858" v="198"/>
        <pc:sldMkLst>
          <pc:docMk/>
          <pc:sldMk cId="1442157030" sldId="341"/>
        </pc:sldMkLst>
      </pc:sldChg>
      <pc:sldChg chg="add">
        <pc:chgData name="Adrien Osakwe" userId="7a3e290c-eb83-484b-8e3d-d46ef2333477" providerId="ADAL" clId="{516F4981-D9C8-4339-9685-B0B88EA45B28}" dt="2025-09-08T22:52:47.858" v="198"/>
        <pc:sldMkLst>
          <pc:docMk/>
          <pc:sldMk cId="1723855522" sldId="344"/>
        </pc:sldMkLst>
      </pc:sldChg>
      <pc:sldChg chg="modSp add del mod">
        <pc:chgData name="Adrien Osakwe" userId="7a3e290c-eb83-484b-8e3d-d46ef2333477" providerId="ADAL" clId="{516F4981-D9C8-4339-9685-B0B88EA45B28}" dt="2025-09-10T16:23:11.001" v="328" actId="47"/>
        <pc:sldMkLst>
          <pc:docMk/>
          <pc:sldMk cId="3449938012" sldId="351"/>
        </pc:sldMkLst>
        <pc:spChg chg="mod">
          <ac:chgData name="Adrien Osakwe" userId="7a3e290c-eb83-484b-8e3d-d46ef2333477" providerId="ADAL" clId="{516F4981-D9C8-4339-9685-B0B88EA45B28}" dt="2025-09-10T16:22:58.520" v="322" actId="21"/>
          <ac:spMkLst>
            <pc:docMk/>
            <pc:sldMk cId="3449938012" sldId="351"/>
            <ac:spMk id="3" creationId="{CAE263CC-C949-1C99-4A6D-072B34B0459A}"/>
          </ac:spMkLst>
        </pc:spChg>
        <pc:spChg chg="mod">
          <ac:chgData name="Adrien Osakwe" userId="7a3e290c-eb83-484b-8e3d-d46ef2333477" providerId="ADAL" clId="{516F4981-D9C8-4339-9685-B0B88EA45B28}" dt="2025-09-10T16:23:06.871" v="325" actId="21"/>
          <ac:spMkLst>
            <pc:docMk/>
            <pc:sldMk cId="3449938012" sldId="351"/>
            <ac:spMk id="4" creationId="{2794B09C-4A6C-6F4A-182A-60D6A6403924}"/>
          </ac:spMkLst>
        </pc:spChg>
      </pc:sldChg>
      <pc:sldChg chg="delSp modSp add del mod">
        <pc:chgData name="Adrien Osakwe" userId="7a3e290c-eb83-484b-8e3d-d46ef2333477" providerId="ADAL" clId="{516F4981-D9C8-4339-9685-B0B88EA45B28}" dt="2025-09-10T17:10:57.664" v="384" actId="47"/>
        <pc:sldMkLst>
          <pc:docMk/>
          <pc:sldMk cId="3279477224" sldId="353"/>
        </pc:sldMkLst>
        <pc:spChg chg="mod">
          <ac:chgData name="Adrien Osakwe" userId="7a3e290c-eb83-484b-8e3d-d46ef2333477" providerId="ADAL" clId="{516F4981-D9C8-4339-9685-B0B88EA45B28}" dt="2025-09-10T17:05:45.716" v="377" actId="21"/>
          <ac:spMkLst>
            <pc:docMk/>
            <pc:sldMk cId="3279477224" sldId="353"/>
            <ac:spMk id="2" creationId="{AD6D3F4F-478A-DE35-3B27-7D87382BE8FC}"/>
          </ac:spMkLst>
        </pc:spChg>
        <pc:picChg chg="del mod">
          <ac:chgData name="Adrien Osakwe" userId="7a3e290c-eb83-484b-8e3d-d46ef2333477" providerId="ADAL" clId="{516F4981-D9C8-4339-9685-B0B88EA45B28}" dt="2025-09-10T17:05:49.488" v="379" actId="21"/>
          <ac:picMkLst>
            <pc:docMk/>
            <pc:sldMk cId="3279477224" sldId="353"/>
            <ac:picMk id="3" creationId="{DC9004D5-6BAC-B9F3-9058-038AB7C57854}"/>
          </ac:picMkLst>
        </pc:picChg>
      </pc:sldChg>
      <pc:sldChg chg="modSp add mod">
        <pc:chgData name="Adrien Osakwe" userId="7a3e290c-eb83-484b-8e3d-d46ef2333477" providerId="ADAL" clId="{516F4981-D9C8-4339-9685-B0B88EA45B28}" dt="2025-09-10T17:11:02.159" v="386" actId="14100"/>
        <pc:sldMkLst>
          <pc:docMk/>
          <pc:sldMk cId="2708706530" sldId="354"/>
        </pc:sldMkLst>
        <pc:spChg chg="mod">
          <ac:chgData name="Adrien Osakwe" userId="7a3e290c-eb83-484b-8e3d-d46ef2333477" providerId="ADAL" clId="{516F4981-D9C8-4339-9685-B0B88EA45B28}" dt="2025-09-10T17:11:02.159" v="386" actId="14100"/>
          <ac:spMkLst>
            <pc:docMk/>
            <pc:sldMk cId="2708706530" sldId="354"/>
            <ac:spMk id="2" creationId="{459D270B-8153-F116-AB32-35D7DBA0DE40}"/>
          </ac:spMkLst>
        </pc:spChg>
      </pc:sldChg>
      <pc:sldChg chg="delSp modSp add del mod delAnim">
        <pc:chgData name="Adrien Osakwe" userId="7a3e290c-eb83-484b-8e3d-d46ef2333477" providerId="ADAL" clId="{516F4981-D9C8-4339-9685-B0B88EA45B28}" dt="2025-09-10T17:12:56.767" v="434" actId="47"/>
        <pc:sldMkLst>
          <pc:docMk/>
          <pc:sldMk cId="533136476" sldId="355"/>
        </pc:sldMkLst>
        <pc:spChg chg="mod">
          <ac:chgData name="Adrien Osakwe" userId="7a3e290c-eb83-484b-8e3d-d46ef2333477" providerId="ADAL" clId="{516F4981-D9C8-4339-9685-B0B88EA45B28}" dt="2025-09-10T17:11:25.071" v="403" actId="27636"/>
          <ac:spMkLst>
            <pc:docMk/>
            <pc:sldMk cId="533136476" sldId="355"/>
            <ac:spMk id="2" creationId="{B3E01394-0E36-2559-3716-F14DDC24D1F8}"/>
          </ac:spMkLst>
        </pc:spChg>
        <pc:spChg chg="del">
          <ac:chgData name="Adrien Osakwe" userId="7a3e290c-eb83-484b-8e3d-d46ef2333477" providerId="ADAL" clId="{516F4981-D9C8-4339-9685-B0B88EA45B28}" dt="2025-09-10T17:11:35.545" v="411" actId="21"/>
          <ac:spMkLst>
            <pc:docMk/>
            <pc:sldMk cId="533136476" sldId="355"/>
            <ac:spMk id="4" creationId="{395E6399-66DB-A4F8-1DC0-00FC1973F27D}"/>
          </ac:spMkLst>
        </pc:spChg>
        <pc:spChg chg="del">
          <ac:chgData name="Adrien Osakwe" userId="7a3e290c-eb83-484b-8e3d-d46ef2333477" providerId="ADAL" clId="{516F4981-D9C8-4339-9685-B0B88EA45B28}" dt="2025-09-10T17:11:35.545" v="411" actId="21"/>
          <ac:spMkLst>
            <pc:docMk/>
            <pc:sldMk cId="533136476" sldId="355"/>
            <ac:spMk id="5" creationId="{A3EB4261-2E52-9C40-9277-26F23C24802F}"/>
          </ac:spMkLst>
        </pc:spChg>
        <pc:spChg chg="del">
          <ac:chgData name="Adrien Osakwe" userId="7a3e290c-eb83-484b-8e3d-d46ef2333477" providerId="ADAL" clId="{516F4981-D9C8-4339-9685-B0B88EA45B28}" dt="2025-09-10T17:11:35.545" v="411" actId="21"/>
          <ac:spMkLst>
            <pc:docMk/>
            <pc:sldMk cId="533136476" sldId="355"/>
            <ac:spMk id="6" creationId="{99EC8056-593C-B9BA-1377-F045E09592EC}"/>
          </ac:spMkLst>
        </pc:spChg>
        <pc:spChg chg="del">
          <ac:chgData name="Adrien Osakwe" userId="7a3e290c-eb83-484b-8e3d-d46ef2333477" providerId="ADAL" clId="{516F4981-D9C8-4339-9685-B0B88EA45B28}" dt="2025-09-10T17:11:35.545" v="411" actId="21"/>
          <ac:spMkLst>
            <pc:docMk/>
            <pc:sldMk cId="533136476" sldId="355"/>
            <ac:spMk id="11" creationId="{FC40E158-8C9F-850C-60D3-B6F7D7206C24}"/>
          </ac:spMkLst>
        </pc:spChg>
        <pc:spChg chg="del">
          <ac:chgData name="Adrien Osakwe" userId="7a3e290c-eb83-484b-8e3d-d46ef2333477" providerId="ADAL" clId="{516F4981-D9C8-4339-9685-B0B88EA45B28}" dt="2025-09-10T17:11:35.545" v="411" actId="21"/>
          <ac:spMkLst>
            <pc:docMk/>
            <pc:sldMk cId="533136476" sldId="355"/>
            <ac:spMk id="12" creationId="{6C092C8B-94F3-A195-C025-D9DC43941867}"/>
          </ac:spMkLst>
        </pc:spChg>
        <pc:spChg chg="del">
          <ac:chgData name="Adrien Osakwe" userId="7a3e290c-eb83-484b-8e3d-d46ef2333477" providerId="ADAL" clId="{516F4981-D9C8-4339-9685-B0B88EA45B28}" dt="2025-09-10T17:11:35.545" v="411" actId="21"/>
          <ac:spMkLst>
            <pc:docMk/>
            <pc:sldMk cId="533136476" sldId="355"/>
            <ac:spMk id="16" creationId="{E1636B51-1429-168B-9F9C-2FFC8E1B7026}"/>
          </ac:spMkLst>
        </pc:spChg>
        <pc:spChg chg="del">
          <ac:chgData name="Adrien Osakwe" userId="7a3e290c-eb83-484b-8e3d-d46ef2333477" providerId="ADAL" clId="{516F4981-D9C8-4339-9685-B0B88EA45B28}" dt="2025-09-10T17:11:35.545" v="411" actId="21"/>
          <ac:spMkLst>
            <pc:docMk/>
            <pc:sldMk cId="533136476" sldId="355"/>
            <ac:spMk id="17" creationId="{F7344BA4-D60A-AC0C-CAEB-1EBD5C824F1C}"/>
          </ac:spMkLst>
        </pc:spChg>
        <pc:spChg chg="del">
          <ac:chgData name="Adrien Osakwe" userId="7a3e290c-eb83-484b-8e3d-d46ef2333477" providerId="ADAL" clId="{516F4981-D9C8-4339-9685-B0B88EA45B28}" dt="2025-09-10T17:11:35.545" v="411" actId="21"/>
          <ac:spMkLst>
            <pc:docMk/>
            <pc:sldMk cId="533136476" sldId="355"/>
            <ac:spMk id="28" creationId="{16A4F342-6F22-8F2F-E322-FF4244CFB6F7}"/>
          </ac:spMkLst>
        </pc:spChg>
        <pc:cxnChg chg="del mod">
          <ac:chgData name="Adrien Osakwe" userId="7a3e290c-eb83-484b-8e3d-d46ef2333477" providerId="ADAL" clId="{516F4981-D9C8-4339-9685-B0B88EA45B28}" dt="2025-09-10T17:11:35.545" v="411" actId="21"/>
          <ac:cxnSpMkLst>
            <pc:docMk/>
            <pc:sldMk cId="533136476" sldId="355"/>
            <ac:cxnSpMk id="8" creationId="{B8E4FB43-40B0-6D12-C10C-C29B683EE88B}"/>
          </ac:cxnSpMkLst>
        </pc:cxnChg>
        <pc:cxnChg chg="del mod">
          <ac:chgData name="Adrien Osakwe" userId="7a3e290c-eb83-484b-8e3d-d46ef2333477" providerId="ADAL" clId="{516F4981-D9C8-4339-9685-B0B88EA45B28}" dt="2025-09-10T17:11:35.545" v="411" actId="21"/>
          <ac:cxnSpMkLst>
            <pc:docMk/>
            <pc:sldMk cId="533136476" sldId="355"/>
            <ac:cxnSpMk id="30" creationId="{070C6A20-0353-7747-4CB3-E21081A5F705}"/>
          </ac:cxnSpMkLst>
        </pc:cxnChg>
      </pc:sldChg>
      <pc:sldChg chg="addSp delSp modSp add del mod modAnim">
        <pc:chgData name="Adrien Osakwe" userId="7a3e290c-eb83-484b-8e3d-d46ef2333477" providerId="ADAL" clId="{516F4981-D9C8-4339-9685-B0B88EA45B28}" dt="2025-09-10T17:13:26.459" v="457" actId="47"/>
        <pc:sldMkLst>
          <pc:docMk/>
          <pc:sldMk cId="83320364" sldId="356"/>
        </pc:sldMkLst>
        <pc:spChg chg="mod">
          <ac:chgData name="Adrien Osakwe" userId="7a3e290c-eb83-484b-8e3d-d46ef2333477" providerId="ADAL" clId="{516F4981-D9C8-4339-9685-B0B88EA45B28}" dt="2025-09-10T17:13:14.623" v="452" actId="21"/>
          <ac:spMkLst>
            <pc:docMk/>
            <pc:sldMk cId="83320364" sldId="356"/>
            <ac:spMk id="2" creationId="{BFC4ED5B-D5E5-F844-809F-E08DF87B77F4}"/>
          </ac:spMkLst>
        </pc:spChg>
        <pc:spChg chg="mod">
          <ac:chgData name="Adrien Osakwe" userId="7a3e290c-eb83-484b-8e3d-d46ef2333477" providerId="ADAL" clId="{516F4981-D9C8-4339-9685-B0B88EA45B28}" dt="2025-09-10T17:13:22.983" v="455" actId="164"/>
          <ac:spMkLst>
            <pc:docMk/>
            <pc:sldMk cId="83320364" sldId="356"/>
            <ac:spMk id="3" creationId="{F1D19F52-B570-BB90-DA5E-B02330006593}"/>
          </ac:spMkLst>
        </pc:spChg>
        <pc:spChg chg="mod">
          <ac:chgData name="Adrien Osakwe" userId="7a3e290c-eb83-484b-8e3d-d46ef2333477" providerId="ADAL" clId="{516F4981-D9C8-4339-9685-B0B88EA45B28}" dt="2025-09-10T17:13:22.983" v="455" actId="164"/>
          <ac:spMkLst>
            <pc:docMk/>
            <pc:sldMk cId="83320364" sldId="356"/>
            <ac:spMk id="4" creationId="{A46436DD-5FA5-8054-2341-F495B29771A1}"/>
          </ac:spMkLst>
        </pc:spChg>
        <pc:spChg chg="mod">
          <ac:chgData name="Adrien Osakwe" userId="7a3e290c-eb83-484b-8e3d-d46ef2333477" providerId="ADAL" clId="{516F4981-D9C8-4339-9685-B0B88EA45B28}" dt="2025-09-10T17:13:22.983" v="455" actId="164"/>
          <ac:spMkLst>
            <pc:docMk/>
            <pc:sldMk cId="83320364" sldId="356"/>
            <ac:spMk id="5" creationId="{BBDFCC6D-7BF2-0C9B-DF3B-B0BAB7AEB297}"/>
          </ac:spMkLst>
        </pc:spChg>
        <pc:spChg chg="mod">
          <ac:chgData name="Adrien Osakwe" userId="7a3e290c-eb83-484b-8e3d-d46ef2333477" providerId="ADAL" clId="{516F4981-D9C8-4339-9685-B0B88EA45B28}" dt="2025-09-10T17:13:22.983" v="455" actId="164"/>
          <ac:spMkLst>
            <pc:docMk/>
            <pc:sldMk cId="83320364" sldId="356"/>
            <ac:spMk id="7" creationId="{69B8C2A7-4EE7-8FD8-693A-EF4B4B7F89C9}"/>
          </ac:spMkLst>
        </pc:spChg>
        <pc:spChg chg="mod">
          <ac:chgData name="Adrien Osakwe" userId="7a3e290c-eb83-484b-8e3d-d46ef2333477" providerId="ADAL" clId="{516F4981-D9C8-4339-9685-B0B88EA45B28}" dt="2025-09-10T17:13:22.983" v="455" actId="164"/>
          <ac:spMkLst>
            <pc:docMk/>
            <pc:sldMk cId="83320364" sldId="356"/>
            <ac:spMk id="8" creationId="{D3E89531-98DF-F167-A59E-6D7FDE752908}"/>
          </ac:spMkLst>
        </pc:spChg>
        <pc:spChg chg="mod">
          <ac:chgData name="Adrien Osakwe" userId="7a3e290c-eb83-484b-8e3d-d46ef2333477" providerId="ADAL" clId="{516F4981-D9C8-4339-9685-B0B88EA45B28}" dt="2025-09-10T17:13:22.983" v="455" actId="164"/>
          <ac:spMkLst>
            <pc:docMk/>
            <pc:sldMk cId="83320364" sldId="356"/>
            <ac:spMk id="9" creationId="{C6A88B92-48E0-1402-7D56-6F8EEAF7FB89}"/>
          </ac:spMkLst>
        </pc:spChg>
        <pc:spChg chg="mod">
          <ac:chgData name="Adrien Osakwe" userId="7a3e290c-eb83-484b-8e3d-d46ef2333477" providerId="ADAL" clId="{516F4981-D9C8-4339-9685-B0B88EA45B28}" dt="2025-09-10T17:13:22.983" v="455" actId="164"/>
          <ac:spMkLst>
            <pc:docMk/>
            <pc:sldMk cId="83320364" sldId="356"/>
            <ac:spMk id="14" creationId="{B9DC7703-2EF6-5EA9-CC4A-C60D23ED7D1F}"/>
          </ac:spMkLst>
        </pc:spChg>
        <pc:spChg chg="mod">
          <ac:chgData name="Adrien Osakwe" userId="7a3e290c-eb83-484b-8e3d-d46ef2333477" providerId="ADAL" clId="{516F4981-D9C8-4339-9685-B0B88EA45B28}" dt="2025-09-10T17:13:22.983" v="455" actId="164"/>
          <ac:spMkLst>
            <pc:docMk/>
            <pc:sldMk cId="83320364" sldId="356"/>
            <ac:spMk id="20" creationId="{ED9F744A-3CE6-EF3D-850C-06ADFF08670B}"/>
          </ac:spMkLst>
        </pc:spChg>
        <pc:grpChg chg="add del mod">
          <ac:chgData name="Adrien Osakwe" userId="7a3e290c-eb83-484b-8e3d-d46ef2333477" providerId="ADAL" clId="{516F4981-D9C8-4339-9685-B0B88EA45B28}" dt="2025-09-10T17:13:23.677" v="456" actId="21"/>
          <ac:grpSpMkLst>
            <pc:docMk/>
            <pc:sldMk cId="83320364" sldId="356"/>
            <ac:grpSpMk id="11" creationId="{93591F33-933A-168D-4C86-05834D4E2815}"/>
          </ac:grpSpMkLst>
        </pc:grpChg>
        <pc:cxnChg chg="mod">
          <ac:chgData name="Adrien Osakwe" userId="7a3e290c-eb83-484b-8e3d-d46ef2333477" providerId="ADAL" clId="{516F4981-D9C8-4339-9685-B0B88EA45B28}" dt="2025-09-10T17:13:23.677" v="456" actId="21"/>
          <ac:cxnSpMkLst>
            <pc:docMk/>
            <pc:sldMk cId="83320364" sldId="356"/>
            <ac:cxnSpMk id="6" creationId="{403A2344-111C-2B84-3DD8-412E221931DB}"/>
          </ac:cxnSpMkLst>
        </pc:cxnChg>
        <pc:cxnChg chg="mod">
          <ac:chgData name="Adrien Osakwe" userId="7a3e290c-eb83-484b-8e3d-d46ef2333477" providerId="ADAL" clId="{516F4981-D9C8-4339-9685-B0B88EA45B28}" dt="2025-09-10T17:13:23.677" v="456" actId="21"/>
          <ac:cxnSpMkLst>
            <pc:docMk/>
            <pc:sldMk cId="83320364" sldId="356"/>
            <ac:cxnSpMk id="10" creationId="{7D3664D5-E59B-1EBD-80A0-82F5A5EFD0F4}"/>
          </ac:cxnSpMkLst>
        </pc:cxnChg>
        <pc:cxnChg chg="mod">
          <ac:chgData name="Adrien Osakwe" userId="7a3e290c-eb83-484b-8e3d-d46ef2333477" providerId="ADAL" clId="{516F4981-D9C8-4339-9685-B0B88EA45B28}" dt="2025-09-10T17:13:23.677" v="456" actId="21"/>
          <ac:cxnSpMkLst>
            <pc:docMk/>
            <pc:sldMk cId="83320364" sldId="356"/>
            <ac:cxnSpMk id="12" creationId="{89F3A554-BB03-DBD2-F325-7DF2302EDBEF}"/>
          </ac:cxnSpMkLst>
        </pc:cxnChg>
        <pc:cxnChg chg="mod">
          <ac:chgData name="Adrien Osakwe" userId="7a3e290c-eb83-484b-8e3d-d46ef2333477" providerId="ADAL" clId="{516F4981-D9C8-4339-9685-B0B88EA45B28}" dt="2025-09-10T17:13:23.677" v="456" actId="21"/>
          <ac:cxnSpMkLst>
            <pc:docMk/>
            <pc:sldMk cId="83320364" sldId="356"/>
            <ac:cxnSpMk id="16" creationId="{3B8DCFCF-79BB-95E4-97C3-23602F3682AD}"/>
          </ac:cxnSpMkLst>
        </pc:cxnChg>
        <pc:cxnChg chg="mod">
          <ac:chgData name="Adrien Osakwe" userId="7a3e290c-eb83-484b-8e3d-d46ef2333477" providerId="ADAL" clId="{516F4981-D9C8-4339-9685-B0B88EA45B28}" dt="2025-09-10T17:13:23.677" v="456" actId="21"/>
          <ac:cxnSpMkLst>
            <pc:docMk/>
            <pc:sldMk cId="83320364" sldId="356"/>
            <ac:cxnSpMk id="18" creationId="{88120490-EF7C-73D6-55BD-F7433EDCDCC5}"/>
          </ac:cxnSpMkLst>
        </pc:cxnChg>
        <pc:cxnChg chg="mod">
          <ac:chgData name="Adrien Osakwe" userId="7a3e290c-eb83-484b-8e3d-d46ef2333477" providerId="ADAL" clId="{516F4981-D9C8-4339-9685-B0B88EA45B28}" dt="2025-09-10T17:13:23.677" v="456" actId="21"/>
          <ac:cxnSpMkLst>
            <pc:docMk/>
            <pc:sldMk cId="83320364" sldId="356"/>
            <ac:cxnSpMk id="22" creationId="{2DA572D4-EA84-D614-D9A7-5AE0EAB2953A}"/>
          </ac:cxnSpMkLst>
        </pc:cxnChg>
        <pc:cxnChg chg="mod">
          <ac:chgData name="Adrien Osakwe" userId="7a3e290c-eb83-484b-8e3d-d46ef2333477" providerId="ADAL" clId="{516F4981-D9C8-4339-9685-B0B88EA45B28}" dt="2025-09-10T17:13:23.677" v="456" actId="21"/>
          <ac:cxnSpMkLst>
            <pc:docMk/>
            <pc:sldMk cId="83320364" sldId="356"/>
            <ac:cxnSpMk id="29" creationId="{46FB9BDA-A5C6-4A10-3D2D-7DF06AFFE3D3}"/>
          </ac:cxnSpMkLst>
        </pc:cxnChg>
      </pc:sldChg>
      <pc:sldChg chg="add ord">
        <pc:chgData name="Adrien Osakwe" userId="7a3e290c-eb83-484b-8e3d-d46ef2333477" providerId="ADAL" clId="{516F4981-D9C8-4339-9685-B0B88EA45B28}" dt="2025-09-11T19:06:53.410" v="1460" actId="20578"/>
        <pc:sldMkLst>
          <pc:docMk/>
          <pc:sldMk cId="4084145476" sldId="357"/>
        </pc:sldMkLst>
      </pc:sldChg>
      <pc:sldChg chg="modSp add del mod">
        <pc:chgData name="Adrien Osakwe" userId="7a3e290c-eb83-484b-8e3d-d46ef2333477" providerId="ADAL" clId="{516F4981-D9C8-4339-9685-B0B88EA45B28}" dt="2025-09-10T16:17:08.689" v="233" actId="47"/>
        <pc:sldMkLst>
          <pc:docMk/>
          <pc:sldMk cId="2837531258" sldId="369"/>
        </pc:sldMkLst>
        <pc:spChg chg="mod">
          <ac:chgData name="Adrien Osakwe" userId="7a3e290c-eb83-484b-8e3d-d46ef2333477" providerId="ADAL" clId="{516F4981-D9C8-4339-9685-B0B88EA45B28}" dt="2025-09-10T16:17:04.411" v="229" actId="21"/>
          <ac:spMkLst>
            <pc:docMk/>
            <pc:sldMk cId="2837531258" sldId="369"/>
            <ac:spMk id="2" creationId="{09E2662B-C95B-76DF-8523-2BDCBE3A731E}"/>
          </ac:spMkLst>
        </pc:spChg>
      </pc:sldChg>
      <pc:sldChg chg="addSp delSp modSp add mod ord">
        <pc:chgData name="Adrien Osakwe" userId="7a3e290c-eb83-484b-8e3d-d46ef2333477" providerId="ADAL" clId="{516F4981-D9C8-4339-9685-B0B88EA45B28}" dt="2025-09-11T19:13:11.746" v="1715" actId="20577"/>
        <pc:sldMkLst>
          <pc:docMk/>
          <pc:sldMk cId="678388880" sldId="371"/>
        </pc:sldMkLst>
        <pc:spChg chg="mod">
          <ac:chgData name="Adrien Osakwe" userId="7a3e290c-eb83-484b-8e3d-d46ef2333477" providerId="ADAL" clId="{516F4981-D9C8-4339-9685-B0B88EA45B28}" dt="2025-09-11T19:13:11.746" v="1715" actId="20577"/>
          <ac:spMkLst>
            <pc:docMk/>
            <pc:sldMk cId="678388880" sldId="371"/>
            <ac:spMk id="2" creationId="{F30F071A-0450-8F6E-F28D-8124D7A90523}"/>
          </ac:spMkLst>
        </pc:spChg>
        <pc:picChg chg="add del mod">
          <ac:chgData name="Adrien Osakwe" userId="7a3e290c-eb83-484b-8e3d-d46ef2333477" providerId="ADAL" clId="{516F4981-D9C8-4339-9685-B0B88EA45B28}" dt="2025-09-11T19:11:54.791" v="1711" actId="478"/>
          <ac:picMkLst>
            <pc:docMk/>
            <pc:sldMk cId="678388880" sldId="371"/>
            <ac:picMk id="4" creationId="{728850BE-CFEB-7A90-A5C8-7E2B78BD3A90}"/>
          </ac:picMkLst>
        </pc:picChg>
        <pc:picChg chg="add mod">
          <ac:chgData name="Adrien Osakwe" userId="7a3e290c-eb83-484b-8e3d-d46ef2333477" providerId="ADAL" clId="{516F4981-D9C8-4339-9685-B0B88EA45B28}" dt="2025-09-11T19:07:47.040" v="1480" actId="1076"/>
          <ac:picMkLst>
            <pc:docMk/>
            <pc:sldMk cId="678388880" sldId="371"/>
            <ac:picMk id="5" creationId="{35759F9A-727A-F3E5-9DEC-3E87F0C72B41}"/>
          </ac:picMkLst>
        </pc:picChg>
        <pc:picChg chg="add mod">
          <ac:chgData name="Adrien Osakwe" userId="7a3e290c-eb83-484b-8e3d-d46ef2333477" providerId="ADAL" clId="{516F4981-D9C8-4339-9685-B0B88EA45B28}" dt="2025-09-11T19:13:10.682" v="1713" actId="1076"/>
          <ac:picMkLst>
            <pc:docMk/>
            <pc:sldMk cId="678388880" sldId="371"/>
            <ac:picMk id="7" creationId="{BA1C89F0-ECFE-37AE-EB79-1409CF4ABC96}"/>
          </ac:picMkLst>
        </pc:picChg>
      </pc:sldChg>
      <pc:sldChg chg="modSp add mod">
        <pc:chgData name="Adrien Osakwe" userId="7a3e290c-eb83-484b-8e3d-d46ef2333477" providerId="ADAL" clId="{516F4981-D9C8-4339-9685-B0B88EA45B28}" dt="2025-09-10T17:27:20.941" v="1239" actId="20577"/>
        <pc:sldMkLst>
          <pc:docMk/>
          <pc:sldMk cId="907190213" sldId="372"/>
        </pc:sldMkLst>
        <pc:spChg chg="mod">
          <ac:chgData name="Adrien Osakwe" userId="7a3e290c-eb83-484b-8e3d-d46ef2333477" providerId="ADAL" clId="{516F4981-D9C8-4339-9685-B0B88EA45B28}" dt="2025-09-10T17:27:20.941" v="1239" actId="20577"/>
          <ac:spMkLst>
            <pc:docMk/>
            <pc:sldMk cId="907190213" sldId="372"/>
            <ac:spMk id="2" creationId="{F30F071A-0450-8F6E-F28D-8124D7A90523}"/>
          </ac:spMkLst>
        </pc:spChg>
      </pc:sldChg>
      <pc:sldChg chg="add">
        <pc:chgData name="Adrien Osakwe" userId="7a3e290c-eb83-484b-8e3d-d46ef2333477" providerId="ADAL" clId="{516F4981-D9C8-4339-9685-B0B88EA45B28}" dt="2025-09-08T22:52:47.858" v="198"/>
        <pc:sldMkLst>
          <pc:docMk/>
          <pc:sldMk cId="3623309075" sldId="373"/>
        </pc:sldMkLst>
      </pc:sldChg>
      <pc:sldChg chg="modSp add mod">
        <pc:chgData name="Adrien Osakwe" userId="7a3e290c-eb83-484b-8e3d-d46ef2333477" providerId="ADAL" clId="{516F4981-D9C8-4339-9685-B0B88EA45B28}" dt="2025-09-10T17:27:55.915" v="1266" actId="20577"/>
        <pc:sldMkLst>
          <pc:docMk/>
          <pc:sldMk cId="2674360721" sldId="374"/>
        </pc:sldMkLst>
        <pc:spChg chg="mod">
          <ac:chgData name="Adrien Osakwe" userId="7a3e290c-eb83-484b-8e3d-d46ef2333477" providerId="ADAL" clId="{516F4981-D9C8-4339-9685-B0B88EA45B28}" dt="2025-09-10T17:27:55.915" v="1266" actId="20577"/>
          <ac:spMkLst>
            <pc:docMk/>
            <pc:sldMk cId="2674360721" sldId="374"/>
            <ac:spMk id="2" creationId="{F30F071A-0450-8F6E-F28D-8124D7A90523}"/>
          </ac:spMkLst>
        </pc:spChg>
      </pc:sldChg>
      <pc:sldChg chg="modSp add mod modShow">
        <pc:chgData name="Adrien Osakwe" userId="7a3e290c-eb83-484b-8e3d-d46ef2333477" providerId="ADAL" clId="{516F4981-D9C8-4339-9685-B0B88EA45B28}" dt="2025-09-11T19:58:41.673" v="1870" actId="20577"/>
        <pc:sldMkLst>
          <pc:docMk/>
          <pc:sldMk cId="1311449531" sldId="375"/>
        </pc:sldMkLst>
        <pc:spChg chg="mod">
          <ac:chgData name="Adrien Osakwe" userId="7a3e290c-eb83-484b-8e3d-d46ef2333477" providerId="ADAL" clId="{516F4981-D9C8-4339-9685-B0B88EA45B28}" dt="2025-09-11T19:58:41.673" v="1870" actId="20577"/>
          <ac:spMkLst>
            <pc:docMk/>
            <pc:sldMk cId="1311449531" sldId="375"/>
            <ac:spMk id="2" creationId="{F30F071A-0450-8F6E-F28D-8124D7A90523}"/>
          </ac:spMkLst>
        </pc:spChg>
      </pc:sldChg>
      <pc:sldChg chg="modSp add del mod">
        <pc:chgData name="Adrien Osakwe" userId="7a3e290c-eb83-484b-8e3d-d46ef2333477" providerId="ADAL" clId="{516F4981-D9C8-4339-9685-B0B88EA45B28}" dt="2025-09-10T16:22:38.549" v="297" actId="47"/>
        <pc:sldMkLst>
          <pc:docMk/>
          <pc:sldMk cId="1245366370" sldId="381"/>
        </pc:sldMkLst>
        <pc:spChg chg="mod">
          <ac:chgData name="Adrien Osakwe" userId="7a3e290c-eb83-484b-8e3d-d46ef2333477" providerId="ADAL" clId="{516F4981-D9C8-4339-9685-B0B88EA45B28}" dt="2025-09-10T16:22:28.451" v="292" actId="27636"/>
          <ac:spMkLst>
            <pc:docMk/>
            <pc:sldMk cId="1245366370" sldId="381"/>
            <ac:spMk id="2" creationId="{43252691-AD7E-B9B9-8DF3-DB5BADA01947}"/>
          </ac:spMkLst>
        </pc:spChg>
      </pc:sldChg>
      <pc:sldChg chg="addSp modSp new mod">
        <pc:chgData name="Adrien Osakwe" userId="7a3e290c-eb83-484b-8e3d-d46ef2333477" providerId="ADAL" clId="{516F4981-D9C8-4339-9685-B0B88EA45B28}" dt="2025-09-10T16:17:55.056" v="272" actId="1076"/>
        <pc:sldMkLst>
          <pc:docMk/>
          <pc:sldMk cId="132741194" sldId="382"/>
        </pc:sldMkLst>
        <pc:spChg chg="mod">
          <ac:chgData name="Adrien Osakwe" userId="7a3e290c-eb83-484b-8e3d-d46ef2333477" providerId="ADAL" clId="{516F4981-D9C8-4339-9685-B0B88EA45B28}" dt="2025-09-10T16:17:26.413" v="261" actId="20577"/>
          <ac:spMkLst>
            <pc:docMk/>
            <pc:sldMk cId="132741194" sldId="382"/>
            <ac:spMk id="2" creationId="{103E5559-4C6C-FEA2-0EB0-79DD5B1340A7}"/>
          </ac:spMkLst>
        </pc:spChg>
        <pc:spChg chg="mod">
          <ac:chgData name="Adrien Osakwe" userId="7a3e290c-eb83-484b-8e3d-d46ef2333477" providerId="ADAL" clId="{516F4981-D9C8-4339-9685-B0B88EA45B28}" dt="2025-09-10T16:17:32.006" v="263"/>
          <ac:spMkLst>
            <pc:docMk/>
            <pc:sldMk cId="132741194" sldId="382"/>
            <ac:spMk id="3" creationId="{55A6F487-D8AB-1C4B-6931-C0DB55A23C5E}"/>
          </ac:spMkLst>
        </pc:spChg>
        <pc:spChg chg="add mod">
          <ac:chgData name="Adrien Osakwe" userId="7a3e290c-eb83-484b-8e3d-d46ef2333477" providerId="ADAL" clId="{516F4981-D9C8-4339-9685-B0B88EA45B28}" dt="2025-09-10T16:17:55.056" v="272" actId="1076"/>
          <ac:spMkLst>
            <pc:docMk/>
            <pc:sldMk cId="132741194" sldId="382"/>
            <ac:spMk id="5" creationId="{F50C0EF4-3357-D0B4-AACB-CEAEFAD6502E}"/>
          </ac:spMkLst>
        </pc:spChg>
        <pc:picChg chg="add mod">
          <ac:chgData name="Adrien Osakwe" userId="7a3e290c-eb83-484b-8e3d-d46ef2333477" providerId="ADAL" clId="{516F4981-D9C8-4339-9685-B0B88EA45B28}" dt="2025-09-10T16:17:55.056" v="272" actId="1076"/>
          <ac:picMkLst>
            <pc:docMk/>
            <pc:sldMk cId="132741194" sldId="382"/>
            <ac:picMk id="4" creationId="{94497FBE-398F-F450-55A5-0169B83FAC55}"/>
          </ac:picMkLst>
        </pc:picChg>
      </pc:sldChg>
      <pc:sldChg chg="addSp modSp new mod">
        <pc:chgData name="Adrien Osakwe" userId="7a3e290c-eb83-484b-8e3d-d46ef2333477" providerId="ADAL" clId="{516F4981-D9C8-4339-9685-B0B88EA45B28}" dt="2025-09-10T16:18:19.388" v="285" actId="1076"/>
        <pc:sldMkLst>
          <pc:docMk/>
          <pc:sldMk cId="1425097119" sldId="383"/>
        </pc:sldMkLst>
        <pc:spChg chg="mod">
          <ac:chgData name="Adrien Osakwe" userId="7a3e290c-eb83-484b-8e3d-d46ef2333477" providerId="ADAL" clId="{516F4981-D9C8-4339-9685-B0B88EA45B28}" dt="2025-09-10T16:18:04.361" v="277" actId="20577"/>
          <ac:spMkLst>
            <pc:docMk/>
            <pc:sldMk cId="1425097119" sldId="383"/>
            <ac:spMk id="2" creationId="{FE4865BD-932C-BBD7-0BB6-8DE4CB9B5F34}"/>
          </ac:spMkLst>
        </pc:spChg>
        <pc:spChg chg="mod">
          <ac:chgData name="Adrien Osakwe" userId="7a3e290c-eb83-484b-8e3d-d46ef2333477" providerId="ADAL" clId="{516F4981-D9C8-4339-9685-B0B88EA45B28}" dt="2025-09-10T16:18:09.786" v="281" actId="27636"/>
          <ac:spMkLst>
            <pc:docMk/>
            <pc:sldMk cId="1425097119" sldId="383"/>
            <ac:spMk id="3" creationId="{61F07153-A96B-E2C2-01E1-CA240E271269}"/>
          </ac:spMkLst>
        </pc:spChg>
        <pc:picChg chg="add mod">
          <ac:chgData name="Adrien Osakwe" userId="7a3e290c-eb83-484b-8e3d-d46ef2333477" providerId="ADAL" clId="{516F4981-D9C8-4339-9685-B0B88EA45B28}" dt="2025-09-10T16:18:19.388" v="285" actId="1076"/>
          <ac:picMkLst>
            <pc:docMk/>
            <pc:sldMk cId="1425097119" sldId="383"/>
            <ac:picMk id="1026" creationId="{72C526F7-AD9B-8A76-27CF-5B8208E932A9}"/>
          </ac:picMkLst>
        </pc:picChg>
      </pc:sldChg>
      <pc:sldChg chg="modSp new mod">
        <pc:chgData name="Adrien Osakwe" userId="7a3e290c-eb83-484b-8e3d-d46ef2333477" providerId="ADAL" clId="{516F4981-D9C8-4339-9685-B0B88EA45B28}" dt="2025-09-10T16:22:34.989" v="296" actId="20577"/>
        <pc:sldMkLst>
          <pc:docMk/>
          <pc:sldMk cId="3921411358" sldId="384"/>
        </pc:sldMkLst>
        <pc:spChg chg="mod">
          <ac:chgData name="Adrien Osakwe" userId="7a3e290c-eb83-484b-8e3d-d46ef2333477" providerId="ADAL" clId="{516F4981-D9C8-4339-9685-B0B88EA45B28}" dt="2025-09-10T16:22:34.989" v="296" actId="20577"/>
          <ac:spMkLst>
            <pc:docMk/>
            <pc:sldMk cId="3921411358" sldId="384"/>
            <ac:spMk id="2" creationId="{C3FD30D1-D964-FC93-2031-0861A6DD8162}"/>
          </ac:spMkLst>
        </pc:spChg>
        <pc:spChg chg="mod">
          <ac:chgData name="Adrien Osakwe" userId="7a3e290c-eb83-484b-8e3d-d46ef2333477" providerId="ADAL" clId="{516F4981-D9C8-4339-9685-B0B88EA45B28}" dt="2025-09-10T16:22:29.694" v="294" actId="27636"/>
          <ac:spMkLst>
            <pc:docMk/>
            <pc:sldMk cId="3921411358" sldId="384"/>
            <ac:spMk id="3" creationId="{63C8E4F0-92F8-85C5-3C09-968713BB1C53}"/>
          </ac:spMkLst>
        </pc:spChg>
      </pc:sldChg>
      <pc:sldChg chg="modSp new mod modAnim">
        <pc:chgData name="Adrien Osakwe" userId="7a3e290c-eb83-484b-8e3d-d46ef2333477" providerId="ADAL" clId="{516F4981-D9C8-4339-9685-B0B88EA45B28}" dt="2025-09-10T16:23:37.641" v="336"/>
        <pc:sldMkLst>
          <pc:docMk/>
          <pc:sldMk cId="4232194185" sldId="385"/>
        </pc:sldMkLst>
        <pc:spChg chg="mod">
          <ac:chgData name="Adrien Osakwe" userId="7a3e290c-eb83-484b-8e3d-d46ef2333477" providerId="ADAL" clId="{516F4981-D9C8-4339-9685-B0B88EA45B28}" dt="2025-09-10T16:22:47.463" v="312" actId="20577"/>
          <ac:spMkLst>
            <pc:docMk/>
            <pc:sldMk cId="4232194185" sldId="385"/>
            <ac:spMk id="2" creationId="{40D40D5F-3055-28B6-80D6-0C48EECFD6B3}"/>
          </ac:spMkLst>
        </pc:spChg>
        <pc:spChg chg="mod">
          <ac:chgData name="Adrien Osakwe" userId="7a3e290c-eb83-484b-8e3d-d46ef2333477" providerId="ADAL" clId="{516F4981-D9C8-4339-9685-B0B88EA45B28}" dt="2025-09-10T16:22:49.541" v="315" actId="20577"/>
          <ac:spMkLst>
            <pc:docMk/>
            <pc:sldMk cId="4232194185" sldId="385"/>
            <ac:spMk id="3" creationId="{BD979B11-B3E7-3655-F2D2-87476DC7A450}"/>
          </ac:spMkLst>
        </pc:spChg>
        <pc:spChg chg="mod">
          <ac:chgData name="Adrien Osakwe" userId="7a3e290c-eb83-484b-8e3d-d46ef2333477" providerId="ADAL" clId="{516F4981-D9C8-4339-9685-B0B88EA45B28}" dt="2025-09-10T16:23:01.779" v="324" actId="6549"/>
          <ac:spMkLst>
            <pc:docMk/>
            <pc:sldMk cId="4232194185" sldId="385"/>
            <ac:spMk id="4" creationId="{C3B75E10-13FE-96AF-939C-F1B1854DF962}"/>
          </ac:spMkLst>
        </pc:spChg>
        <pc:spChg chg="mod">
          <ac:chgData name="Adrien Osakwe" userId="7a3e290c-eb83-484b-8e3d-d46ef2333477" providerId="ADAL" clId="{516F4981-D9C8-4339-9685-B0B88EA45B28}" dt="2025-09-10T16:22:52.497" v="321" actId="20577"/>
          <ac:spMkLst>
            <pc:docMk/>
            <pc:sldMk cId="4232194185" sldId="385"/>
            <ac:spMk id="5" creationId="{1334AC86-C4F9-D71C-D4FF-F7B4FB894444}"/>
          </ac:spMkLst>
        </pc:spChg>
        <pc:spChg chg="mod">
          <ac:chgData name="Adrien Osakwe" userId="7a3e290c-eb83-484b-8e3d-d46ef2333477" providerId="ADAL" clId="{516F4981-D9C8-4339-9685-B0B88EA45B28}" dt="2025-09-10T16:23:08.456" v="327" actId="27636"/>
          <ac:spMkLst>
            <pc:docMk/>
            <pc:sldMk cId="4232194185" sldId="385"/>
            <ac:spMk id="6" creationId="{C98FD16F-94D8-5A93-7B7C-B82C78805211}"/>
          </ac:spMkLst>
        </pc:spChg>
      </pc:sldChg>
      <pc:sldChg chg="modSp new">
        <pc:chgData name="Adrien Osakwe" userId="7a3e290c-eb83-484b-8e3d-d46ef2333477" providerId="ADAL" clId="{516F4981-D9C8-4339-9685-B0B88EA45B28}" dt="2025-09-10T17:05:05.998" v="342"/>
        <pc:sldMkLst>
          <pc:docMk/>
          <pc:sldMk cId="2163674016" sldId="386"/>
        </pc:sldMkLst>
        <pc:spChg chg="mod">
          <ac:chgData name="Adrien Osakwe" userId="7a3e290c-eb83-484b-8e3d-d46ef2333477" providerId="ADAL" clId="{516F4981-D9C8-4339-9685-B0B88EA45B28}" dt="2025-09-10T17:05:01.886" v="340"/>
          <ac:spMkLst>
            <pc:docMk/>
            <pc:sldMk cId="2163674016" sldId="386"/>
            <ac:spMk id="2" creationId="{7A1C59BA-8C26-89A6-363D-ABB278590CA7}"/>
          </ac:spMkLst>
        </pc:spChg>
        <pc:spChg chg="mod">
          <ac:chgData name="Adrien Osakwe" userId="7a3e290c-eb83-484b-8e3d-d46ef2333477" providerId="ADAL" clId="{516F4981-D9C8-4339-9685-B0B88EA45B28}" dt="2025-09-10T17:05:05.998" v="342"/>
          <ac:spMkLst>
            <pc:docMk/>
            <pc:sldMk cId="2163674016" sldId="386"/>
            <ac:spMk id="3" creationId="{F938D8A3-27C5-5192-6E4D-6342DC9BFFAE}"/>
          </ac:spMkLst>
        </pc:spChg>
      </pc:sldChg>
      <pc:sldChg chg="addSp delSp modSp new mod modAnim">
        <pc:chgData name="Adrien Osakwe" userId="7a3e290c-eb83-484b-8e3d-d46ef2333477" providerId="ADAL" clId="{516F4981-D9C8-4339-9685-B0B88EA45B28}" dt="2025-09-10T17:05:27.109" v="359" actId="478"/>
        <pc:sldMkLst>
          <pc:docMk/>
          <pc:sldMk cId="1758592353" sldId="387"/>
        </pc:sldMkLst>
        <pc:spChg chg="mod">
          <ac:chgData name="Adrien Osakwe" userId="7a3e290c-eb83-484b-8e3d-d46ef2333477" providerId="ADAL" clId="{516F4981-D9C8-4339-9685-B0B88EA45B28}" dt="2025-09-10T17:05:17.292" v="356" actId="20577"/>
          <ac:spMkLst>
            <pc:docMk/>
            <pc:sldMk cId="1758592353" sldId="387"/>
            <ac:spMk id="2" creationId="{0A021CA3-82E5-8F88-73C0-4E190DC1924A}"/>
          </ac:spMkLst>
        </pc:spChg>
        <pc:spChg chg="del">
          <ac:chgData name="Adrien Osakwe" userId="7a3e290c-eb83-484b-8e3d-d46ef2333477" providerId="ADAL" clId="{516F4981-D9C8-4339-9685-B0B88EA45B28}" dt="2025-09-10T17:05:27.109" v="359" actId="478"/>
          <ac:spMkLst>
            <pc:docMk/>
            <pc:sldMk cId="1758592353" sldId="387"/>
            <ac:spMk id="3" creationId="{9EC9C494-F7EF-05EB-FB83-C0E92A53CA0E}"/>
          </ac:spMkLst>
        </pc:spChg>
        <pc:spChg chg="add mod">
          <ac:chgData name="Adrien Osakwe" userId="7a3e290c-eb83-484b-8e3d-d46ef2333477" providerId="ADAL" clId="{516F4981-D9C8-4339-9685-B0B88EA45B28}" dt="2025-09-10T17:05:24.008" v="358"/>
          <ac:spMkLst>
            <pc:docMk/>
            <pc:sldMk cId="1758592353" sldId="387"/>
            <ac:spMk id="5" creationId="{7813187B-9A62-B21D-518D-1C283C5021A3}"/>
          </ac:spMkLst>
        </pc:spChg>
        <pc:spChg chg="add mod">
          <ac:chgData name="Adrien Osakwe" userId="7a3e290c-eb83-484b-8e3d-d46ef2333477" providerId="ADAL" clId="{516F4981-D9C8-4339-9685-B0B88EA45B28}" dt="2025-09-10T17:05:24.008" v="358"/>
          <ac:spMkLst>
            <pc:docMk/>
            <pc:sldMk cId="1758592353" sldId="387"/>
            <ac:spMk id="6" creationId="{59063E20-C471-E6A4-893C-741C85778811}"/>
          </ac:spMkLst>
        </pc:spChg>
        <pc:spChg chg="add mod">
          <ac:chgData name="Adrien Osakwe" userId="7a3e290c-eb83-484b-8e3d-d46ef2333477" providerId="ADAL" clId="{516F4981-D9C8-4339-9685-B0B88EA45B28}" dt="2025-09-10T17:05:24.008" v="358"/>
          <ac:spMkLst>
            <pc:docMk/>
            <pc:sldMk cId="1758592353" sldId="387"/>
            <ac:spMk id="7" creationId="{5A45FE41-7FD6-2410-5D0A-D65DA926925D}"/>
          </ac:spMkLst>
        </pc:spChg>
        <pc:spChg chg="add mod">
          <ac:chgData name="Adrien Osakwe" userId="7a3e290c-eb83-484b-8e3d-d46ef2333477" providerId="ADAL" clId="{516F4981-D9C8-4339-9685-B0B88EA45B28}" dt="2025-09-10T17:05:24.008" v="358"/>
          <ac:spMkLst>
            <pc:docMk/>
            <pc:sldMk cId="1758592353" sldId="387"/>
            <ac:spMk id="8" creationId="{66C9CA37-FB16-4919-98B3-413C17773A2F}"/>
          </ac:spMkLst>
        </pc:spChg>
        <pc:spChg chg="add mod">
          <ac:chgData name="Adrien Osakwe" userId="7a3e290c-eb83-484b-8e3d-d46ef2333477" providerId="ADAL" clId="{516F4981-D9C8-4339-9685-B0B88EA45B28}" dt="2025-09-10T17:05:24.008" v="358"/>
          <ac:spMkLst>
            <pc:docMk/>
            <pc:sldMk cId="1758592353" sldId="387"/>
            <ac:spMk id="9" creationId="{8FE610B5-513F-26CD-F15D-33D9A0F742C4}"/>
          </ac:spMkLst>
        </pc:spChg>
        <pc:spChg chg="add mod">
          <ac:chgData name="Adrien Osakwe" userId="7a3e290c-eb83-484b-8e3d-d46ef2333477" providerId="ADAL" clId="{516F4981-D9C8-4339-9685-B0B88EA45B28}" dt="2025-09-10T17:05:24.008" v="358"/>
          <ac:spMkLst>
            <pc:docMk/>
            <pc:sldMk cId="1758592353" sldId="387"/>
            <ac:spMk id="10" creationId="{C8769D43-4669-3B84-477C-F0D71B240CF0}"/>
          </ac:spMkLst>
        </pc:spChg>
        <pc:spChg chg="add mod">
          <ac:chgData name="Adrien Osakwe" userId="7a3e290c-eb83-484b-8e3d-d46ef2333477" providerId="ADAL" clId="{516F4981-D9C8-4339-9685-B0B88EA45B28}" dt="2025-09-10T17:05:24.008" v="358"/>
          <ac:spMkLst>
            <pc:docMk/>
            <pc:sldMk cId="1758592353" sldId="387"/>
            <ac:spMk id="11" creationId="{471FD7C1-B59F-DE55-DA63-0372381F006F}"/>
          </ac:spMkLst>
        </pc:spChg>
        <pc:spChg chg="add mod">
          <ac:chgData name="Adrien Osakwe" userId="7a3e290c-eb83-484b-8e3d-d46ef2333477" providerId="ADAL" clId="{516F4981-D9C8-4339-9685-B0B88EA45B28}" dt="2025-09-10T17:05:24.008" v="358"/>
          <ac:spMkLst>
            <pc:docMk/>
            <pc:sldMk cId="1758592353" sldId="387"/>
            <ac:spMk id="12" creationId="{92B0E22C-CDF6-915B-605D-C2DE1D234A16}"/>
          </ac:spMkLst>
        </pc:spChg>
        <pc:spChg chg="add mod">
          <ac:chgData name="Adrien Osakwe" userId="7a3e290c-eb83-484b-8e3d-d46ef2333477" providerId="ADAL" clId="{516F4981-D9C8-4339-9685-B0B88EA45B28}" dt="2025-09-10T17:05:24.008" v="358"/>
          <ac:spMkLst>
            <pc:docMk/>
            <pc:sldMk cId="1758592353" sldId="387"/>
            <ac:spMk id="17" creationId="{634615A0-A3AE-2822-490B-44861A4DC53D}"/>
          </ac:spMkLst>
        </pc:spChg>
        <pc:spChg chg="add mod">
          <ac:chgData name="Adrien Osakwe" userId="7a3e290c-eb83-484b-8e3d-d46ef2333477" providerId="ADAL" clId="{516F4981-D9C8-4339-9685-B0B88EA45B28}" dt="2025-09-10T17:05:24.008" v="358"/>
          <ac:spMkLst>
            <pc:docMk/>
            <pc:sldMk cId="1758592353" sldId="387"/>
            <ac:spMk id="18" creationId="{71B21739-977F-9F86-5173-7F90976DDF58}"/>
          </ac:spMkLst>
        </pc:spChg>
      </pc:sldChg>
      <pc:sldChg chg="addSp modSp new mod">
        <pc:chgData name="Adrien Osakwe" userId="7a3e290c-eb83-484b-8e3d-d46ef2333477" providerId="ADAL" clId="{516F4981-D9C8-4339-9685-B0B88EA45B28}" dt="2025-09-10T17:05:54.614" v="383" actId="1076"/>
        <pc:sldMkLst>
          <pc:docMk/>
          <pc:sldMk cId="2400483631" sldId="388"/>
        </pc:sldMkLst>
        <pc:spChg chg="mod">
          <ac:chgData name="Adrien Osakwe" userId="7a3e290c-eb83-484b-8e3d-d46ef2333477" providerId="ADAL" clId="{516F4981-D9C8-4339-9685-B0B88EA45B28}" dt="2025-09-10T17:05:41.981" v="376" actId="20577"/>
          <ac:spMkLst>
            <pc:docMk/>
            <pc:sldMk cId="2400483631" sldId="388"/>
            <ac:spMk id="2" creationId="{F7D5131C-0E87-AE75-75CD-61DF5D3CE59A}"/>
          </ac:spMkLst>
        </pc:spChg>
        <pc:spChg chg="mod">
          <ac:chgData name="Adrien Osakwe" userId="7a3e290c-eb83-484b-8e3d-d46ef2333477" providerId="ADAL" clId="{516F4981-D9C8-4339-9685-B0B88EA45B28}" dt="2025-09-10T17:05:52.322" v="381" actId="20577"/>
          <ac:spMkLst>
            <pc:docMk/>
            <pc:sldMk cId="2400483631" sldId="388"/>
            <ac:spMk id="3" creationId="{2CD009FB-8944-C1D8-50CD-8AA12EB926E5}"/>
          </ac:spMkLst>
        </pc:spChg>
        <pc:picChg chg="add mod">
          <ac:chgData name="Adrien Osakwe" userId="7a3e290c-eb83-484b-8e3d-d46ef2333477" providerId="ADAL" clId="{516F4981-D9C8-4339-9685-B0B88EA45B28}" dt="2025-09-10T17:05:54.614" v="383" actId="1076"/>
          <ac:picMkLst>
            <pc:docMk/>
            <pc:sldMk cId="2400483631" sldId="388"/>
            <ac:picMk id="4" creationId="{DC9004D5-6BAC-B9F3-9058-038AB7C57854}"/>
          </ac:picMkLst>
        </pc:picChg>
      </pc:sldChg>
      <pc:sldChg chg="addSp delSp modSp new mod modAnim">
        <pc:chgData name="Adrien Osakwe" userId="7a3e290c-eb83-484b-8e3d-d46ef2333477" providerId="ADAL" clId="{516F4981-D9C8-4339-9685-B0B88EA45B28}" dt="2025-09-10T17:12:49.010" v="433"/>
        <pc:sldMkLst>
          <pc:docMk/>
          <pc:sldMk cId="4044662052" sldId="389"/>
        </pc:sldMkLst>
        <pc:spChg chg="mod">
          <ac:chgData name="Adrien Osakwe" userId="7a3e290c-eb83-484b-8e3d-d46ef2333477" providerId="ADAL" clId="{516F4981-D9C8-4339-9685-B0B88EA45B28}" dt="2025-09-10T17:11:20.427" v="401" actId="20577"/>
          <ac:spMkLst>
            <pc:docMk/>
            <pc:sldMk cId="4044662052" sldId="389"/>
            <ac:spMk id="2" creationId="{24F8928E-ECBE-7568-3965-BFC818FC6A05}"/>
          </ac:spMkLst>
        </pc:spChg>
        <pc:spChg chg="mod">
          <ac:chgData name="Adrien Osakwe" userId="7a3e290c-eb83-484b-8e3d-d46ef2333477" providerId="ADAL" clId="{516F4981-D9C8-4339-9685-B0B88EA45B28}" dt="2025-09-10T17:11:31.487" v="410" actId="14100"/>
          <ac:spMkLst>
            <pc:docMk/>
            <pc:sldMk cId="4044662052" sldId="389"/>
            <ac:spMk id="3" creationId="{CE3D7BDC-46AC-8FD2-2194-DBB470275F71}"/>
          </ac:spMkLst>
        </pc:spChg>
        <pc:spChg chg="add mod topLvl">
          <ac:chgData name="Adrien Osakwe" userId="7a3e290c-eb83-484b-8e3d-d46ef2333477" providerId="ADAL" clId="{516F4981-D9C8-4339-9685-B0B88EA45B28}" dt="2025-09-10T17:12:28.974" v="428" actId="165"/>
          <ac:spMkLst>
            <pc:docMk/>
            <pc:sldMk cId="4044662052" sldId="389"/>
            <ac:spMk id="4" creationId="{395E6399-66DB-A4F8-1DC0-00FC1973F27D}"/>
          </ac:spMkLst>
        </pc:spChg>
        <pc:spChg chg="add mod topLvl">
          <ac:chgData name="Adrien Osakwe" userId="7a3e290c-eb83-484b-8e3d-d46ef2333477" providerId="ADAL" clId="{516F4981-D9C8-4339-9685-B0B88EA45B28}" dt="2025-09-10T17:12:28.974" v="428" actId="165"/>
          <ac:spMkLst>
            <pc:docMk/>
            <pc:sldMk cId="4044662052" sldId="389"/>
            <ac:spMk id="5" creationId="{A3EB4261-2E52-9C40-9277-26F23C24802F}"/>
          </ac:spMkLst>
        </pc:spChg>
        <pc:spChg chg="add mod topLvl">
          <ac:chgData name="Adrien Osakwe" userId="7a3e290c-eb83-484b-8e3d-d46ef2333477" providerId="ADAL" clId="{516F4981-D9C8-4339-9685-B0B88EA45B28}" dt="2025-09-10T17:12:28.974" v="428" actId="165"/>
          <ac:spMkLst>
            <pc:docMk/>
            <pc:sldMk cId="4044662052" sldId="389"/>
            <ac:spMk id="6" creationId="{99EC8056-593C-B9BA-1377-F045E09592EC}"/>
          </ac:spMkLst>
        </pc:spChg>
        <pc:spChg chg="add mod topLvl">
          <ac:chgData name="Adrien Osakwe" userId="7a3e290c-eb83-484b-8e3d-d46ef2333477" providerId="ADAL" clId="{516F4981-D9C8-4339-9685-B0B88EA45B28}" dt="2025-09-10T17:12:28.974" v="428" actId="165"/>
          <ac:spMkLst>
            <pc:docMk/>
            <pc:sldMk cId="4044662052" sldId="389"/>
            <ac:spMk id="11" creationId="{FC40E158-8C9F-850C-60D3-B6F7D7206C24}"/>
          </ac:spMkLst>
        </pc:spChg>
        <pc:spChg chg="add mod topLvl">
          <ac:chgData name="Adrien Osakwe" userId="7a3e290c-eb83-484b-8e3d-d46ef2333477" providerId="ADAL" clId="{516F4981-D9C8-4339-9685-B0B88EA45B28}" dt="2025-09-10T17:12:28.974" v="428" actId="165"/>
          <ac:spMkLst>
            <pc:docMk/>
            <pc:sldMk cId="4044662052" sldId="389"/>
            <ac:spMk id="12" creationId="{6C092C8B-94F3-A195-C025-D9DC43941867}"/>
          </ac:spMkLst>
        </pc:spChg>
        <pc:spChg chg="add mod topLvl">
          <ac:chgData name="Adrien Osakwe" userId="7a3e290c-eb83-484b-8e3d-d46ef2333477" providerId="ADAL" clId="{516F4981-D9C8-4339-9685-B0B88EA45B28}" dt="2025-09-10T17:12:28.974" v="428" actId="165"/>
          <ac:spMkLst>
            <pc:docMk/>
            <pc:sldMk cId="4044662052" sldId="389"/>
            <ac:spMk id="16" creationId="{E1636B51-1429-168B-9F9C-2FFC8E1B7026}"/>
          </ac:spMkLst>
        </pc:spChg>
        <pc:spChg chg="add mod topLvl">
          <ac:chgData name="Adrien Osakwe" userId="7a3e290c-eb83-484b-8e3d-d46ef2333477" providerId="ADAL" clId="{516F4981-D9C8-4339-9685-B0B88EA45B28}" dt="2025-09-10T17:12:28.974" v="428" actId="165"/>
          <ac:spMkLst>
            <pc:docMk/>
            <pc:sldMk cId="4044662052" sldId="389"/>
            <ac:spMk id="17" creationId="{F7344BA4-D60A-AC0C-CAEB-1EBD5C824F1C}"/>
          </ac:spMkLst>
        </pc:spChg>
        <pc:spChg chg="add del mod topLvl">
          <ac:chgData name="Adrien Osakwe" userId="7a3e290c-eb83-484b-8e3d-d46ef2333477" providerId="ADAL" clId="{516F4981-D9C8-4339-9685-B0B88EA45B28}" dt="2025-09-10T17:12:28.974" v="428" actId="165"/>
          <ac:spMkLst>
            <pc:docMk/>
            <pc:sldMk cId="4044662052" sldId="389"/>
            <ac:spMk id="28" creationId="{16A4F342-6F22-8F2F-E322-FF4244CFB6F7}"/>
          </ac:spMkLst>
        </pc:spChg>
        <pc:grpChg chg="add del mod">
          <ac:chgData name="Adrien Osakwe" userId="7a3e290c-eb83-484b-8e3d-d46ef2333477" providerId="ADAL" clId="{516F4981-D9C8-4339-9685-B0B88EA45B28}" dt="2025-09-10T17:12:28.974" v="428" actId="165"/>
          <ac:grpSpMkLst>
            <pc:docMk/>
            <pc:sldMk cId="4044662052" sldId="389"/>
            <ac:grpSpMk id="7" creationId="{0E044696-F15C-9471-6911-9A62F63A1C60}"/>
          </ac:grpSpMkLst>
        </pc:grpChg>
        <pc:cxnChg chg="add mod">
          <ac:chgData name="Adrien Osakwe" userId="7a3e290c-eb83-484b-8e3d-d46ef2333477" providerId="ADAL" clId="{516F4981-D9C8-4339-9685-B0B88EA45B28}" dt="2025-09-10T17:11:37.516" v="412"/>
          <ac:cxnSpMkLst>
            <pc:docMk/>
            <pc:sldMk cId="4044662052" sldId="389"/>
            <ac:cxnSpMk id="10" creationId="{6DD8FABC-8EBD-6D54-A8C1-686FE9A951C4}"/>
          </ac:cxnSpMkLst>
        </pc:cxnChg>
        <pc:cxnChg chg="add mod topLvl">
          <ac:chgData name="Adrien Osakwe" userId="7a3e290c-eb83-484b-8e3d-d46ef2333477" providerId="ADAL" clId="{516F4981-D9C8-4339-9685-B0B88EA45B28}" dt="2025-09-10T17:12:28.974" v="428" actId="165"/>
          <ac:cxnSpMkLst>
            <pc:docMk/>
            <pc:sldMk cId="4044662052" sldId="389"/>
            <ac:cxnSpMk id="19" creationId="{1CFF158D-9C9B-1725-9745-A306D9260ABE}"/>
          </ac:cxnSpMkLst>
        </pc:cxnChg>
        <pc:cxnChg chg="mod">
          <ac:chgData name="Adrien Osakwe" userId="7a3e290c-eb83-484b-8e3d-d46ef2333477" providerId="ADAL" clId="{516F4981-D9C8-4339-9685-B0B88EA45B28}" dt="2025-09-10T17:11:47.982" v="418" actId="1076"/>
          <ac:cxnSpMkLst>
            <pc:docMk/>
            <pc:sldMk cId="4044662052" sldId="389"/>
            <ac:cxnSpMk id="30" creationId="{070C6A20-0353-7747-4CB3-E21081A5F705}"/>
          </ac:cxnSpMkLst>
        </pc:cxnChg>
      </pc:sldChg>
      <pc:sldChg chg="addSp delSp modSp new mod modAnim modShow">
        <pc:chgData name="Adrien Osakwe" userId="7a3e290c-eb83-484b-8e3d-d46ef2333477" providerId="ADAL" clId="{516F4981-D9C8-4339-9685-B0B88EA45B28}" dt="2025-09-11T19:57:55.819" v="1719" actId="729"/>
        <pc:sldMkLst>
          <pc:docMk/>
          <pc:sldMk cId="918984775" sldId="390"/>
        </pc:sldMkLst>
        <pc:spChg chg="mod">
          <ac:chgData name="Adrien Osakwe" userId="7a3e290c-eb83-484b-8e3d-d46ef2333477" providerId="ADAL" clId="{516F4981-D9C8-4339-9685-B0B88EA45B28}" dt="2025-09-10T17:13:10.367" v="451" actId="20577"/>
          <ac:spMkLst>
            <pc:docMk/>
            <pc:sldMk cId="918984775" sldId="390"/>
            <ac:spMk id="2" creationId="{0E15715C-027E-B906-4ED4-D9B674C599A1}"/>
          </ac:spMkLst>
        </pc:spChg>
        <pc:spChg chg="mod">
          <ac:chgData name="Adrien Osakwe" userId="7a3e290c-eb83-484b-8e3d-d46ef2333477" providerId="ADAL" clId="{516F4981-D9C8-4339-9685-B0B88EA45B28}" dt="2025-09-10T17:13:19.215" v="454" actId="14100"/>
          <ac:spMkLst>
            <pc:docMk/>
            <pc:sldMk cId="918984775" sldId="390"/>
            <ac:spMk id="3" creationId="{F39AB828-2811-06CA-6137-8A52C7C6616A}"/>
          </ac:spMkLst>
        </pc:spChg>
        <pc:spChg chg="mod topLvl">
          <ac:chgData name="Adrien Osakwe" userId="7a3e290c-eb83-484b-8e3d-d46ef2333477" providerId="ADAL" clId="{516F4981-D9C8-4339-9685-B0B88EA45B28}" dt="2025-09-10T17:13:59.015" v="467" actId="165"/>
          <ac:spMkLst>
            <pc:docMk/>
            <pc:sldMk cId="918984775" sldId="390"/>
            <ac:spMk id="4" creationId="{F1D19F52-B570-BB90-DA5E-B02330006593}"/>
          </ac:spMkLst>
        </pc:spChg>
        <pc:spChg chg="mod topLvl">
          <ac:chgData name="Adrien Osakwe" userId="7a3e290c-eb83-484b-8e3d-d46ef2333477" providerId="ADAL" clId="{516F4981-D9C8-4339-9685-B0B88EA45B28}" dt="2025-09-10T17:13:59.015" v="467" actId="165"/>
          <ac:spMkLst>
            <pc:docMk/>
            <pc:sldMk cId="918984775" sldId="390"/>
            <ac:spMk id="5" creationId="{A46436DD-5FA5-8054-2341-F495B29771A1}"/>
          </ac:spMkLst>
        </pc:spChg>
        <pc:spChg chg="mod topLvl">
          <ac:chgData name="Adrien Osakwe" userId="7a3e290c-eb83-484b-8e3d-d46ef2333477" providerId="ADAL" clId="{516F4981-D9C8-4339-9685-B0B88EA45B28}" dt="2025-09-10T17:13:59.015" v="467" actId="165"/>
          <ac:spMkLst>
            <pc:docMk/>
            <pc:sldMk cId="918984775" sldId="390"/>
            <ac:spMk id="6" creationId="{BBDFCC6D-7BF2-0C9B-DF3B-B0BAB7AEB297}"/>
          </ac:spMkLst>
        </pc:spChg>
        <pc:spChg chg="mod topLvl">
          <ac:chgData name="Adrien Osakwe" userId="7a3e290c-eb83-484b-8e3d-d46ef2333477" providerId="ADAL" clId="{516F4981-D9C8-4339-9685-B0B88EA45B28}" dt="2025-09-10T17:13:59.015" v="467" actId="165"/>
          <ac:spMkLst>
            <pc:docMk/>
            <pc:sldMk cId="918984775" sldId="390"/>
            <ac:spMk id="8" creationId="{69B8C2A7-4EE7-8FD8-693A-EF4B4B7F89C9}"/>
          </ac:spMkLst>
        </pc:spChg>
        <pc:spChg chg="mod topLvl">
          <ac:chgData name="Adrien Osakwe" userId="7a3e290c-eb83-484b-8e3d-d46ef2333477" providerId="ADAL" clId="{516F4981-D9C8-4339-9685-B0B88EA45B28}" dt="2025-09-10T17:13:59.015" v="467" actId="165"/>
          <ac:spMkLst>
            <pc:docMk/>
            <pc:sldMk cId="918984775" sldId="390"/>
            <ac:spMk id="9" creationId="{D3E89531-98DF-F167-A59E-6D7FDE752908}"/>
          </ac:spMkLst>
        </pc:spChg>
        <pc:spChg chg="mod topLvl">
          <ac:chgData name="Adrien Osakwe" userId="7a3e290c-eb83-484b-8e3d-d46ef2333477" providerId="ADAL" clId="{516F4981-D9C8-4339-9685-B0B88EA45B28}" dt="2025-09-10T17:13:59.015" v="467" actId="165"/>
          <ac:spMkLst>
            <pc:docMk/>
            <pc:sldMk cId="918984775" sldId="390"/>
            <ac:spMk id="10" creationId="{C6A88B92-48E0-1402-7D56-6F8EEAF7FB89}"/>
          </ac:spMkLst>
        </pc:spChg>
        <pc:spChg chg="mod topLvl">
          <ac:chgData name="Adrien Osakwe" userId="7a3e290c-eb83-484b-8e3d-d46ef2333477" providerId="ADAL" clId="{516F4981-D9C8-4339-9685-B0B88EA45B28}" dt="2025-09-10T17:13:59.015" v="467" actId="165"/>
          <ac:spMkLst>
            <pc:docMk/>
            <pc:sldMk cId="918984775" sldId="390"/>
            <ac:spMk id="14" creationId="{B9DC7703-2EF6-5EA9-CC4A-C60D23ED7D1F}"/>
          </ac:spMkLst>
        </pc:spChg>
        <pc:spChg chg="mod topLvl">
          <ac:chgData name="Adrien Osakwe" userId="7a3e290c-eb83-484b-8e3d-d46ef2333477" providerId="ADAL" clId="{516F4981-D9C8-4339-9685-B0B88EA45B28}" dt="2025-09-10T17:13:59.015" v="467" actId="165"/>
          <ac:spMkLst>
            <pc:docMk/>
            <pc:sldMk cId="918984775" sldId="390"/>
            <ac:spMk id="20" creationId="{ED9F744A-3CE6-EF3D-850C-06ADFF08670B}"/>
          </ac:spMkLst>
        </pc:spChg>
        <pc:grpChg chg="add del mod">
          <ac:chgData name="Adrien Osakwe" userId="7a3e290c-eb83-484b-8e3d-d46ef2333477" providerId="ADAL" clId="{516F4981-D9C8-4339-9685-B0B88EA45B28}" dt="2025-09-10T17:13:59.015" v="467" actId="165"/>
          <ac:grpSpMkLst>
            <pc:docMk/>
            <pc:sldMk cId="918984775" sldId="390"/>
            <ac:grpSpMk id="11" creationId="{93591F33-933A-168D-4C86-05834D4E2815}"/>
          </ac:grpSpMkLst>
        </pc:grpChg>
        <pc:cxnChg chg="mod topLvl">
          <ac:chgData name="Adrien Osakwe" userId="7a3e290c-eb83-484b-8e3d-d46ef2333477" providerId="ADAL" clId="{516F4981-D9C8-4339-9685-B0B88EA45B28}" dt="2025-09-10T17:14:47.230" v="501" actId="1076"/>
          <ac:cxnSpMkLst>
            <pc:docMk/>
            <pc:sldMk cId="918984775" sldId="390"/>
            <ac:cxnSpMk id="18" creationId="{88120490-EF7C-73D6-55BD-F7433EDCDCC5}"/>
          </ac:cxnSpMkLst>
        </pc:cxnChg>
        <pc:cxnChg chg="mod">
          <ac:chgData name="Adrien Osakwe" userId="7a3e290c-eb83-484b-8e3d-d46ef2333477" providerId="ADAL" clId="{516F4981-D9C8-4339-9685-B0B88EA45B28}" dt="2025-09-10T17:16:35.770" v="525" actId="1036"/>
          <ac:cxnSpMkLst>
            <pc:docMk/>
            <pc:sldMk cId="918984775" sldId="390"/>
            <ac:cxnSpMk id="29" creationId="{46FB9BDA-A5C6-4A10-3D2D-7DF06AFFE3D3}"/>
          </ac:cxnSpMkLst>
        </pc:cxnChg>
      </pc:sldChg>
      <pc:sldChg chg="new del">
        <pc:chgData name="Adrien Osakwe" userId="7a3e290c-eb83-484b-8e3d-d46ef2333477" providerId="ADAL" clId="{516F4981-D9C8-4339-9685-B0B88EA45B28}" dt="2025-09-10T17:17:31.632" v="529" actId="47"/>
        <pc:sldMkLst>
          <pc:docMk/>
          <pc:sldMk cId="4202743415" sldId="391"/>
        </pc:sldMkLst>
      </pc:sldChg>
      <pc:sldChg chg="modSp new mod">
        <pc:chgData name="Adrien Osakwe" userId="7a3e290c-eb83-484b-8e3d-d46ef2333477" providerId="ADAL" clId="{516F4981-D9C8-4339-9685-B0B88EA45B28}" dt="2025-09-10T17:18:52.753" v="796" actId="113"/>
        <pc:sldMkLst>
          <pc:docMk/>
          <pc:sldMk cId="2589211580" sldId="392"/>
        </pc:sldMkLst>
        <pc:spChg chg="mod">
          <ac:chgData name="Adrien Osakwe" userId="7a3e290c-eb83-484b-8e3d-d46ef2333477" providerId="ADAL" clId="{516F4981-D9C8-4339-9685-B0B88EA45B28}" dt="2025-09-10T17:17:37.030" v="548" actId="20577"/>
          <ac:spMkLst>
            <pc:docMk/>
            <pc:sldMk cId="2589211580" sldId="392"/>
            <ac:spMk id="2" creationId="{BD7FA4BF-919D-5BEC-ABAD-47BC38C3BD94}"/>
          </ac:spMkLst>
        </pc:spChg>
        <pc:spChg chg="mod">
          <ac:chgData name="Adrien Osakwe" userId="7a3e290c-eb83-484b-8e3d-d46ef2333477" providerId="ADAL" clId="{516F4981-D9C8-4339-9685-B0B88EA45B28}" dt="2025-09-10T17:18:52.753" v="796" actId="113"/>
          <ac:spMkLst>
            <pc:docMk/>
            <pc:sldMk cId="2589211580" sldId="392"/>
            <ac:spMk id="3" creationId="{B154B586-11F3-70E5-EE4F-F1105C758171}"/>
          </ac:spMkLst>
        </pc:spChg>
      </pc:sldChg>
      <pc:sldChg chg="addSp delSp modSp new mod">
        <pc:chgData name="Adrien Osakwe" userId="7a3e290c-eb83-484b-8e3d-d46ef2333477" providerId="ADAL" clId="{516F4981-D9C8-4339-9685-B0B88EA45B28}" dt="2025-09-11T19:10:14.019" v="1651" actId="1076"/>
        <pc:sldMkLst>
          <pc:docMk/>
          <pc:sldMk cId="3135143228" sldId="393"/>
        </pc:sldMkLst>
        <pc:spChg chg="mod">
          <ac:chgData name="Adrien Osakwe" userId="7a3e290c-eb83-484b-8e3d-d46ef2333477" providerId="ADAL" clId="{516F4981-D9C8-4339-9685-B0B88EA45B28}" dt="2025-09-11T19:06:42.393" v="1459"/>
          <ac:spMkLst>
            <pc:docMk/>
            <pc:sldMk cId="3135143228" sldId="393"/>
            <ac:spMk id="2" creationId="{BAE3F228-F534-19A2-9B0A-2ECDD7557AD9}"/>
          </ac:spMkLst>
        </pc:spChg>
        <pc:spChg chg="mod">
          <ac:chgData name="Adrien Osakwe" userId="7a3e290c-eb83-484b-8e3d-d46ef2333477" providerId="ADAL" clId="{516F4981-D9C8-4339-9685-B0B88EA45B28}" dt="2025-09-11T19:09:36.487" v="1642" actId="207"/>
          <ac:spMkLst>
            <pc:docMk/>
            <pc:sldMk cId="3135143228" sldId="393"/>
            <ac:spMk id="3" creationId="{F121051E-F36F-2149-9BAA-83447669BF82}"/>
          </ac:spMkLst>
        </pc:spChg>
        <pc:picChg chg="add del mod">
          <ac:chgData name="Adrien Osakwe" userId="7a3e290c-eb83-484b-8e3d-d46ef2333477" providerId="ADAL" clId="{516F4981-D9C8-4339-9685-B0B88EA45B28}" dt="2025-09-11T19:09:54.612" v="1645" actId="478"/>
          <ac:picMkLst>
            <pc:docMk/>
            <pc:sldMk cId="3135143228" sldId="393"/>
            <ac:picMk id="4" creationId="{DE5D9977-3335-488A-7EF8-8D486C1ADA93}"/>
          </ac:picMkLst>
        </pc:picChg>
        <pc:picChg chg="add del mod">
          <ac:chgData name="Adrien Osakwe" userId="7a3e290c-eb83-484b-8e3d-d46ef2333477" providerId="ADAL" clId="{516F4981-D9C8-4339-9685-B0B88EA45B28}" dt="2025-09-11T19:07:37.034" v="1471" actId="21"/>
          <ac:picMkLst>
            <pc:docMk/>
            <pc:sldMk cId="3135143228" sldId="393"/>
            <ac:picMk id="5" creationId="{35759F9A-727A-F3E5-9DEC-3E87F0C72B41}"/>
          </ac:picMkLst>
        </pc:picChg>
        <pc:picChg chg="add mod">
          <ac:chgData name="Adrien Osakwe" userId="7a3e290c-eb83-484b-8e3d-d46ef2333477" providerId="ADAL" clId="{516F4981-D9C8-4339-9685-B0B88EA45B28}" dt="2025-09-11T19:10:14.019" v="1651" actId="1076"/>
          <ac:picMkLst>
            <pc:docMk/>
            <pc:sldMk cId="3135143228" sldId="393"/>
            <ac:picMk id="7" creationId="{1C496965-AF24-E0DB-58C3-11E1CAABFB79}"/>
          </ac:picMkLst>
        </pc:picChg>
      </pc:sldChg>
      <pc:sldChg chg="add">
        <pc:chgData name="Adrien Osakwe" userId="7a3e290c-eb83-484b-8e3d-d46ef2333477" providerId="ADAL" clId="{516F4981-D9C8-4339-9685-B0B88EA45B28}" dt="2025-09-11T19:59:13.047" v="1871"/>
        <pc:sldMkLst>
          <pc:docMk/>
          <pc:sldMk cId="541003190" sldId="402"/>
        </pc:sldMkLst>
      </pc:sldChg>
      <pc:sldChg chg="add">
        <pc:chgData name="Adrien Osakwe" userId="7a3e290c-eb83-484b-8e3d-d46ef2333477" providerId="ADAL" clId="{516F4981-D9C8-4339-9685-B0B88EA45B28}" dt="2025-09-11T19:59:13.047" v="1871"/>
        <pc:sldMkLst>
          <pc:docMk/>
          <pc:sldMk cId="1247047046" sldId="403"/>
        </pc:sldMkLst>
      </pc:sldChg>
      <pc:sldMasterChg chg="modSldLayout">
        <pc:chgData name="Adrien Osakwe" userId="7a3e290c-eb83-484b-8e3d-d46ef2333477" providerId="ADAL" clId="{516F4981-D9C8-4339-9685-B0B88EA45B28}" dt="2025-09-09T18:20:01.161" v="227" actId="478"/>
        <pc:sldMasterMkLst>
          <pc:docMk/>
          <pc:sldMasterMk cId="0" sldId="2147483650"/>
        </pc:sldMasterMkLst>
        <pc:sldLayoutChg chg="delSp mod">
          <pc:chgData name="Adrien Osakwe" userId="7a3e290c-eb83-484b-8e3d-d46ef2333477" providerId="ADAL" clId="{516F4981-D9C8-4339-9685-B0B88EA45B28}" dt="2025-09-09T18:19:57.138" v="223" actId="478"/>
          <pc:sldLayoutMkLst>
            <pc:docMk/>
            <pc:sldMasterMk cId="0" sldId="2147483650"/>
            <pc:sldLayoutMk cId="3004732280" sldId="2147483664"/>
          </pc:sldLayoutMkLst>
        </pc:sldLayoutChg>
        <pc:sldLayoutChg chg="delSp mod">
          <pc:chgData name="Adrien Osakwe" userId="7a3e290c-eb83-484b-8e3d-d46ef2333477" providerId="ADAL" clId="{516F4981-D9C8-4339-9685-B0B88EA45B28}" dt="2025-09-09T18:20:01.161" v="227" actId="478"/>
          <pc:sldLayoutMkLst>
            <pc:docMk/>
            <pc:sldMasterMk cId="0" sldId="2147483650"/>
            <pc:sldLayoutMk cId="30066467" sldId="2147483665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T</a:t>
            </a:r>
          </a:p>
          <a:p>
            <a:r>
              <a:rPr lang="en-CA" dirty="0"/>
              <a:t>Staging Area</a:t>
            </a:r>
          </a:p>
          <a:p>
            <a:r>
              <a:rPr lang="en-CA" dirty="0"/>
              <a:t>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94654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94215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CA" dirty="0"/>
              <a:t>Make a new git repo through desktop App</a:t>
            </a:r>
          </a:p>
          <a:p>
            <a:pPr marL="228600" indent="-228600">
              <a:buAutoNum type="arabicPeriod"/>
            </a:pPr>
            <a:r>
              <a:rPr lang="en-CA" dirty="0"/>
              <a:t>Add a file to the directory</a:t>
            </a:r>
          </a:p>
          <a:p>
            <a:pPr marL="228600" indent="-228600">
              <a:buAutoNum type="arabicPeriod"/>
            </a:pPr>
            <a:r>
              <a:rPr lang="en-CA" dirty="0"/>
              <a:t>Return to desktop app and track the file</a:t>
            </a:r>
          </a:p>
          <a:p>
            <a:pPr marL="228600" indent="-228600">
              <a:buAutoNum type="arabicPeriod"/>
            </a:pPr>
            <a:r>
              <a:rPr lang="en-CA" dirty="0"/>
              <a:t>Create it, edit it, move it, remove 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37495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CA" dirty="0"/>
              <a:t>Make a new git repo through desktop App</a:t>
            </a:r>
          </a:p>
          <a:p>
            <a:pPr marL="228600" indent="-228600">
              <a:buAutoNum type="arabicPeriod"/>
            </a:pPr>
            <a:r>
              <a:rPr lang="en-CA" dirty="0"/>
              <a:t>Add a file to the directory</a:t>
            </a:r>
          </a:p>
          <a:p>
            <a:pPr marL="228600" indent="-228600">
              <a:buAutoNum type="arabicPeriod"/>
            </a:pPr>
            <a:r>
              <a:rPr lang="en-CA" dirty="0"/>
              <a:t>Return to desktop app and track the file</a:t>
            </a:r>
          </a:p>
          <a:p>
            <a:pPr marL="228600" indent="-228600">
              <a:buAutoNum type="arabicPeriod"/>
            </a:pPr>
            <a:r>
              <a:rPr lang="en-CA" dirty="0"/>
              <a:t>Create it, edit it, move it, remove 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00492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CA" dirty="0"/>
              <a:t>Make a new git repo through desktop App</a:t>
            </a:r>
          </a:p>
          <a:p>
            <a:pPr marL="228600" indent="-228600">
              <a:buAutoNum type="arabicPeriod"/>
            </a:pPr>
            <a:r>
              <a:rPr lang="en-CA" dirty="0"/>
              <a:t>Add a file to the directory</a:t>
            </a:r>
          </a:p>
          <a:p>
            <a:pPr marL="228600" indent="-228600">
              <a:buAutoNum type="arabicPeriod"/>
            </a:pPr>
            <a:r>
              <a:rPr lang="en-CA" dirty="0"/>
              <a:t>Return to desktop app and track the file</a:t>
            </a:r>
          </a:p>
          <a:p>
            <a:pPr marL="228600" indent="-228600">
              <a:buAutoNum type="arabicPeriod"/>
            </a:pPr>
            <a:r>
              <a:rPr lang="en-CA" dirty="0"/>
              <a:t>Create it, edit it, move it, remove 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339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CA" dirty="0"/>
              <a:t>Make a new git repo through desktop App</a:t>
            </a:r>
          </a:p>
          <a:p>
            <a:pPr marL="228600" indent="-228600">
              <a:buAutoNum type="arabicPeriod"/>
            </a:pPr>
            <a:r>
              <a:rPr lang="en-CA" dirty="0"/>
              <a:t>Add a file to the directory</a:t>
            </a:r>
          </a:p>
          <a:p>
            <a:pPr marL="228600" indent="-228600">
              <a:buAutoNum type="arabicPeriod"/>
            </a:pPr>
            <a:r>
              <a:rPr lang="en-CA" dirty="0"/>
              <a:t>Return to desktop app and track the file</a:t>
            </a:r>
          </a:p>
          <a:p>
            <a:pPr marL="228600" indent="-228600">
              <a:buAutoNum type="arabicPeriod"/>
            </a:pPr>
            <a:r>
              <a:rPr lang="en-CA" dirty="0"/>
              <a:t>Create it, edit it, move it, remove 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30117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CA" dirty="0"/>
              <a:t>Edit your text file with an error</a:t>
            </a:r>
          </a:p>
          <a:p>
            <a:pPr marL="228600" indent="-228600">
              <a:buAutoNum type="arabicPeriod"/>
            </a:pPr>
            <a:r>
              <a:rPr lang="en-CA" dirty="0"/>
              <a:t>Go to desktop app and reset the file to the previous commit</a:t>
            </a:r>
          </a:p>
          <a:p>
            <a:pPr marL="228600" indent="-228600">
              <a:buAutoNum type="arabicPeriod"/>
            </a:pPr>
            <a:r>
              <a:rPr lang="en-CA" dirty="0"/>
              <a:t>Repeat BUT this time commit it</a:t>
            </a:r>
          </a:p>
          <a:p>
            <a:pPr marL="228600" indent="-228600">
              <a:buAutoNum type="arabicPeriod"/>
            </a:pPr>
            <a:r>
              <a:rPr lang="en-CA" dirty="0"/>
              <a:t>Revert changes of the commit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02771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CA" dirty="0"/>
              <a:t>Edit your text file with an error</a:t>
            </a:r>
          </a:p>
          <a:p>
            <a:pPr marL="228600" indent="-228600">
              <a:buAutoNum type="arabicPeriod"/>
            </a:pPr>
            <a:r>
              <a:rPr lang="en-CA" dirty="0"/>
              <a:t>Go to desktop app and reset the file to the previous commit</a:t>
            </a:r>
          </a:p>
          <a:p>
            <a:pPr marL="228600" indent="-228600">
              <a:buAutoNum type="arabicPeriod"/>
            </a:pPr>
            <a:r>
              <a:rPr lang="en-CA" dirty="0"/>
              <a:t>Repeat BUT this time commit it</a:t>
            </a:r>
          </a:p>
          <a:p>
            <a:pPr marL="228600" indent="-228600">
              <a:buAutoNum type="arabicPeriod"/>
            </a:pPr>
            <a:r>
              <a:rPr lang="en-CA" dirty="0"/>
              <a:t>Revert changes of the commit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87488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T</a:t>
            </a:r>
          </a:p>
          <a:p>
            <a:r>
              <a:rPr lang="en-CA" dirty="0"/>
              <a:t>F</a:t>
            </a:r>
          </a:p>
          <a:p>
            <a:r>
              <a:rPr lang="en-CA" dirty="0"/>
              <a:t>No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12002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Create new branch and make changes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56393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Create new branch and make changes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9482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3C3E4-43CE-88DB-34EB-55A09F149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5E80EE-7B95-F60E-06D3-AC4E3E16E5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B8A18A-ED3D-030A-6598-EF119BF0B8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https://www.google.com/url?sa=i&amp;url=https%3A%2F%2Fcourses.csail.mit.edu%2F6.S194%2F13%2Flessons%2F03-git%2Fgit-commands-and-metaphors.html&amp;psig=AOvVaw0eLwNte0CymnSwNKJIL7Zi&amp;ust=1654357234965000&amp;source=images&amp;cd=vfe&amp;ved=0CAwQjRxqFwoTCLifgozPkfgCFQAAAAAdAAAAABAk 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846FB-600C-4396-DA18-7F7F6C27A2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35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86931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87D7B-DFD7-38CF-ACC1-EF67DEA2B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BB9D5F-818B-7145-4B2B-D70DE751FE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6900F7-AAE5-FC7E-AEED-52FBE06DD5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https://www.google.com/url?sa=i&amp;url=https%3A%2F%2Fcourses.csail.mit.edu%2F6.S194%2F13%2Flessons%2F03-git%2Fgit-commands-and-metaphors.html&amp;psig=AOvVaw0eLwNte0CymnSwNKJIL7Zi&amp;ust=1654357234965000&amp;source=images&amp;cd=vfe&amp;ved=0CAwQjRxqFwoTCLifgozPkfgCFQAAAAAdAAAAABAk 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039D0B-8E9F-B0B1-4A70-210F4AABF3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36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042670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8"/>
          <p:cNvSpPr txBox="1">
            <a:spLocks noGrp="1"/>
          </p:cNvSpPr>
          <p:nvPr>
            <p:ph type="ctrTitle"/>
          </p:nvPr>
        </p:nvSpPr>
        <p:spPr>
          <a:xfrm>
            <a:off x="2548581" y="2505673"/>
            <a:ext cx="7094838" cy="102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Helvetica Neue Light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8"/>
          <p:cNvSpPr txBox="1">
            <a:spLocks noGrp="1"/>
          </p:cNvSpPr>
          <p:nvPr>
            <p:ph type="subTitle" idx="1"/>
          </p:nvPr>
        </p:nvSpPr>
        <p:spPr>
          <a:xfrm>
            <a:off x="3690730" y="3532213"/>
            <a:ext cx="4810539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Helvetica Neue"/>
              <a:buNone/>
              <a:defRPr sz="60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Helvetica Neue Light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1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0" name="Google Shape;40;p1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 Light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 Light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2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8C014499-7A01-1C4B-B8B6-23CF018A7AFA}"/>
              </a:ext>
            </a:extLst>
          </p:cNvPr>
          <p:cNvSpPr txBox="1"/>
          <p:nvPr/>
        </p:nvSpPr>
        <p:spPr>
          <a:xfrm>
            <a:off x="11074405" y="6620940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F469381-9221-664C-A297-50EE4CAEE0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163" y="1454228"/>
            <a:ext cx="11544991" cy="4924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ZoneTexte 7">
            <a:extLst>
              <a:ext uri="{FF2B5EF4-FFF2-40B4-BE49-F238E27FC236}">
                <a16:creationId xmlns:a16="http://schemas.microsoft.com/office/drawing/2014/main" id="{F843215A-852F-96FA-9CEE-6375FDB25D46}"/>
              </a:ext>
            </a:extLst>
          </p:cNvPr>
          <p:cNvSpPr txBox="1"/>
          <p:nvPr userDrawn="1"/>
        </p:nvSpPr>
        <p:spPr>
          <a:xfrm>
            <a:off x="11074405" y="6620940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 dirty="0"/>
          </a:p>
        </p:txBody>
      </p:sp>
    </p:spTree>
    <p:extLst>
      <p:ext uri="{BB962C8B-B14F-4D97-AF65-F5344CB8AC3E}">
        <p14:creationId xmlns:p14="http://schemas.microsoft.com/office/powerpoint/2010/main" val="30047322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8C014499-7A01-1C4B-B8B6-23CF018A7AFA}"/>
              </a:ext>
            </a:extLst>
          </p:cNvPr>
          <p:cNvSpPr txBox="1"/>
          <p:nvPr/>
        </p:nvSpPr>
        <p:spPr>
          <a:xfrm>
            <a:off x="11074402" y="6620932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2401445-DB0B-D44D-B605-7A88A3BCC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ZoneTexte 7">
            <a:extLst>
              <a:ext uri="{FF2B5EF4-FFF2-40B4-BE49-F238E27FC236}">
                <a16:creationId xmlns:a16="http://schemas.microsoft.com/office/drawing/2014/main" id="{4642D12A-6E82-EE3B-DDA7-A3163D4F92EC}"/>
              </a:ext>
            </a:extLst>
          </p:cNvPr>
          <p:cNvSpPr txBox="1"/>
          <p:nvPr userDrawn="1"/>
        </p:nvSpPr>
        <p:spPr>
          <a:xfrm>
            <a:off x="9893302" y="6503752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 dirty="0"/>
          </a:p>
        </p:txBody>
      </p:sp>
    </p:spTree>
    <p:extLst>
      <p:ext uri="{BB962C8B-B14F-4D97-AF65-F5344CB8AC3E}">
        <p14:creationId xmlns:p14="http://schemas.microsoft.com/office/powerpoint/2010/main" val="300664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orkshop title slide">
  <p:cSld name="Workshop title slide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>
            <a:spLocks noGrp="1"/>
          </p:cNvSpPr>
          <p:nvPr>
            <p:ph type="ctrTitle"/>
          </p:nvPr>
        </p:nvSpPr>
        <p:spPr>
          <a:xfrm>
            <a:off x="640492" y="2250180"/>
            <a:ext cx="7094838" cy="102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Helvetica Neue Light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4" name="Google Shape;64;p12" descr="A logo with white dots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80843" y="236128"/>
            <a:ext cx="2653569" cy="1326785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2"/>
          <p:cNvSpPr txBox="1"/>
          <p:nvPr/>
        </p:nvSpPr>
        <p:spPr>
          <a:xfrm>
            <a:off x="0" y="6521547"/>
            <a:ext cx="48105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Canadian Bioinformatics Workshops | bioinformatics.ca</a:t>
            </a:r>
            <a:endParaRPr sz="14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6" name="Google Shape;66;p12"/>
          <p:cNvSpPr txBox="1">
            <a:spLocks noGrp="1"/>
          </p:cNvSpPr>
          <p:nvPr>
            <p:ph type="subTitle" idx="1"/>
          </p:nvPr>
        </p:nvSpPr>
        <p:spPr>
          <a:xfrm>
            <a:off x="1782641" y="3276720"/>
            <a:ext cx="4810539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4393F"/>
            </a:gs>
            <a:gs pos="45000">
              <a:srgbClr val="70247F"/>
            </a:gs>
            <a:gs pos="100000">
              <a:srgbClr val="B40805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/>
          <p:nvPr/>
        </p:nvSpPr>
        <p:spPr>
          <a:xfrm>
            <a:off x="100013" y="0"/>
            <a:ext cx="12192000" cy="6858000"/>
          </a:xfrm>
          <a:prstGeom prst="rect">
            <a:avLst/>
          </a:prstGeom>
          <a:gradFill>
            <a:gsLst>
              <a:gs pos="0">
                <a:srgbClr val="24393F"/>
              </a:gs>
              <a:gs pos="29000">
                <a:srgbClr val="70237F"/>
              </a:gs>
              <a:gs pos="100000">
                <a:srgbClr val="A30014"/>
              </a:gs>
            </a:gsLst>
            <a:path path="circle">
              <a:fillToRect l="100000" t="100000"/>
            </a:path>
            <a:tileRect r="-100000" b="-100000"/>
          </a:gra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Helvetica Neue Light"/>
              <a:buNone/>
              <a:defRPr sz="4400" b="0" i="0" u="none" strike="noStrike" cap="non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9"/>
          <p:cNvSpPr/>
          <p:nvPr/>
        </p:nvSpPr>
        <p:spPr>
          <a:xfrm>
            <a:off x="0" y="6492874"/>
            <a:ext cx="12192000" cy="365126"/>
          </a:xfrm>
          <a:prstGeom prst="rect">
            <a:avLst/>
          </a:prstGeom>
          <a:solidFill>
            <a:srgbClr val="70247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  <a:defRPr sz="4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9"/>
          <p:cNvSpPr txBox="1"/>
          <p:nvPr/>
        </p:nvSpPr>
        <p:spPr>
          <a:xfrm>
            <a:off x="0" y="6521547"/>
            <a:ext cx="48105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Canadian Bioinformatics Workshops | bioinformatics.ca</a:t>
            </a:r>
            <a:endParaRPr sz="1400" b="0" i="0">
              <a:solidFill>
                <a:schemeClr val="lt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21" name="Google Shape;21;p9" descr="Purple circles on a black background&#10;&#10;AI-generated content may be incorrect.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1352340" y="0"/>
            <a:ext cx="839659" cy="839659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4" r:id="rId12"/>
    <p:sldLayoutId id="2147483665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/>
          <p:nvPr/>
        </p:nvSpPr>
        <p:spPr>
          <a:xfrm>
            <a:off x="0" y="0"/>
            <a:ext cx="8610601" cy="6858000"/>
          </a:xfrm>
          <a:prstGeom prst="rect">
            <a:avLst/>
          </a:prstGeom>
          <a:gradFill>
            <a:gsLst>
              <a:gs pos="0">
                <a:srgbClr val="24393F"/>
              </a:gs>
              <a:gs pos="54000">
                <a:srgbClr val="70247F"/>
              </a:gs>
              <a:gs pos="100000">
                <a:srgbClr val="B40805"/>
              </a:gs>
            </a:gsLst>
            <a:path path="circle">
              <a:fillToRect l="100000" t="100000"/>
            </a:path>
            <a:tileRect r="-100000" b="-100000"/>
          </a:gra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Helvetica Neue Light"/>
              <a:buNone/>
              <a:defRPr sz="4400" b="0" i="0" u="none" strike="noStrike" cap="non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1" name="Google Shape;61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11" Type="http://schemas.openxmlformats.org/officeDocument/2006/relationships/image" Target="../media/image22.png"/><Relationship Id="rId5" Type="http://schemas.openxmlformats.org/officeDocument/2006/relationships/image" Target="../media/image17.png"/><Relationship Id="rId10" Type="http://schemas.openxmlformats.org/officeDocument/2006/relationships/image" Target="../media/image21.png"/><Relationship Id="rId4" Type="http://schemas.openxmlformats.org/officeDocument/2006/relationships/image" Target="../media/image16.png"/><Relationship Id="rId9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4393F"/>
            </a:gs>
            <a:gs pos="24000">
              <a:srgbClr val="70247F"/>
            </a:gs>
            <a:gs pos="100000">
              <a:srgbClr val="B40805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"/>
          <p:cNvSpPr txBox="1">
            <a:spLocks noGrp="1"/>
          </p:cNvSpPr>
          <p:nvPr>
            <p:ph type="subTitle" idx="1"/>
          </p:nvPr>
        </p:nvSpPr>
        <p:spPr>
          <a:xfrm>
            <a:off x="6801238" y="3429000"/>
            <a:ext cx="4567235" cy="781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 sz="4400" b="1">
                <a:latin typeface="Helvetica Neue"/>
                <a:ea typeface="Helvetica Neue"/>
                <a:cs typeface="Helvetica Neue"/>
                <a:sym typeface="Helvetica Neue"/>
              </a:rPr>
              <a:t>bioinformatics.ca</a:t>
            </a:r>
            <a:endParaRPr/>
          </a:p>
        </p:txBody>
      </p:sp>
      <p:pic>
        <p:nvPicPr>
          <p:cNvPr id="73" name="Google Shape;73;p1" descr="A logo with white dots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l="12297" r="12122"/>
          <a:stretch/>
        </p:blipFill>
        <p:spPr>
          <a:xfrm>
            <a:off x="670379" y="1341316"/>
            <a:ext cx="5766816" cy="3815097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"/>
          <p:cNvSpPr txBox="1"/>
          <p:nvPr/>
        </p:nvSpPr>
        <p:spPr>
          <a:xfrm>
            <a:off x="6648092" y="4210755"/>
            <a:ext cx="4873529" cy="416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bioinformaticsdotca.github.io</a:t>
            </a:r>
            <a:endParaRPr/>
          </a:p>
        </p:txBody>
      </p:sp>
      <p:sp>
        <p:nvSpPr>
          <p:cNvPr id="75" name="Google Shape;75;p1"/>
          <p:cNvSpPr txBox="1"/>
          <p:nvPr/>
        </p:nvSpPr>
        <p:spPr>
          <a:xfrm>
            <a:off x="10523913" y="465513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85493" y="271515"/>
            <a:ext cx="4021014" cy="6033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"/>
          <p:cNvSpPr txBox="1">
            <a:spLocks noGrp="1"/>
          </p:cNvSpPr>
          <p:nvPr>
            <p:ph type="ctrTitle"/>
          </p:nvPr>
        </p:nvSpPr>
        <p:spPr>
          <a:xfrm>
            <a:off x="640492" y="2250180"/>
            <a:ext cx="7761124" cy="102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Helvetica Neue Light"/>
              <a:buNone/>
            </a:pPr>
            <a:r>
              <a:rPr lang="en-US" b="1" dirty="0"/>
              <a:t>Module 6: </a:t>
            </a:r>
            <a:br>
              <a:rPr lang="en-US" b="1" dirty="0"/>
            </a:br>
            <a:r>
              <a:rPr lang="en-US" b="1" dirty="0"/>
              <a:t>Git &amp; GitHub</a:t>
            </a:r>
            <a:endParaRPr dirty="0"/>
          </a:p>
        </p:txBody>
      </p:sp>
      <p:sp>
        <p:nvSpPr>
          <p:cNvPr id="86" name="Google Shape;86;p3"/>
          <p:cNvSpPr txBox="1">
            <a:spLocks noGrp="1"/>
          </p:cNvSpPr>
          <p:nvPr>
            <p:ph type="subTitle" idx="1"/>
          </p:nvPr>
        </p:nvSpPr>
        <p:spPr>
          <a:xfrm>
            <a:off x="1782641" y="3276720"/>
            <a:ext cx="4810539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CA" dirty="0"/>
              <a:t>Adrien Osakwe</a:t>
            </a: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 dirty="0"/>
              <a:t>INTRODUCTION TO R</a:t>
            </a: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 dirty="0"/>
              <a:t>October 1st-2nd, 2025</a:t>
            </a: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endParaRPr dirty="0"/>
          </a:p>
        </p:txBody>
      </p:sp>
      <p:pic>
        <p:nvPicPr>
          <p:cNvPr id="87" name="Google Shape;87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66654" y="492312"/>
            <a:ext cx="2547551" cy="2547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3" title="combined_logo_whit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81505" y="4571750"/>
            <a:ext cx="2117825" cy="211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3" title="Image 1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826213" y="3525275"/>
            <a:ext cx="3228452" cy="115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CA" dirty="0"/>
              <a:t>Outline</a:t>
            </a:r>
            <a:endParaRPr dirty="0"/>
          </a:p>
        </p:txBody>
      </p:sp>
      <p:sp>
        <p:nvSpPr>
          <p:cNvPr id="102" name="Google Shape;102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2150" lvl="0" indent="-514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CA" dirty="0"/>
              <a:t>VCS and Git</a:t>
            </a:r>
          </a:p>
          <a:p>
            <a:pPr marL="692150" lvl="0" indent="-514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endParaRPr lang="en-CA" dirty="0"/>
          </a:p>
          <a:p>
            <a:pPr marL="692150" lvl="0" indent="-514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CA" dirty="0"/>
              <a:t>Managing your local repository within </a:t>
            </a:r>
            <a:r>
              <a:rPr lang="en-CA" dirty="0" err="1"/>
              <a:t>Rstudio</a:t>
            </a:r>
            <a:endParaRPr lang="en-CA" dirty="0"/>
          </a:p>
          <a:p>
            <a:pPr marL="692150" lvl="0" indent="-514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endParaRPr lang="en-CA" dirty="0"/>
          </a:p>
          <a:p>
            <a:pPr marL="692150" lvl="0" indent="-514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CA" dirty="0"/>
              <a:t>Interacting with GitHub</a:t>
            </a:r>
          </a:p>
          <a:p>
            <a:pPr marL="692150" lvl="0" indent="-514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endParaRPr lang="en-CA" dirty="0"/>
          </a:p>
          <a:p>
            <a:pPr marL="692150" lvl="0" indent="-514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CA" dirty="0"/>
              <a:t>Hosting your reports (Module 5)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/>
              <a:t>Learning Objectives</a:t>
            </a:r>
            <a:endParaRPr/>
          </a:p>
        </p:txBody>
      </p:sp>
      <p:sp>
        <p:nvSpPr>
          <p:cNvPr id="96" name="Google Shape;96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buNone/>
            </a:pPr>
            <a:r>
              <a:rPr lang="en-CA" b="1" dirty="0"/>
              <a:t>What you WILL learn</a:t>
            </a:r>
          </a:p>
          <a:p>
            <a:r>
              <a:rPr lang="en-CA" dirty="0"/>
              <a:t>Basic theory and features behind Git and GitHub</a:t>
            </a:r>
          </a:p>
          <a:p>
            <a:r>
              <a:rPr lang="en-CA" dirty="0"/>
              <a:t>How to manage local and remote repositories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b="1" dirty="0"/>
              <a:t>What you will NOT learn</a:t>
            </a:r>
          </a:p>
          <a:p>
            <a:r>
              <a:rPr lang="en-CA" dirty="0"/>
              <a:t>How to code</a:t>
            </a:r>
          </a:p>
          <a:p>
            <a:r>
              <a:rPr lang="en-CA" dirty="0"/>
              <a:t>Data Analysis Pipelines</a:t>
            </a:r>
          </a:p>
          <a:p>
            <a:pPr marL="228600" lvl="0" indent="-50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3D6295-D41F-B16A-80CA-1D999E04CF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6468" y="625088"/>
            <a:ext cx="3970552" cy="5294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056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E5559-4C6C-FEA2-0EB0-79DD5B134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Version Control Systems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A6F487-D8AB-1C4B-6931-C0DB55A23C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Make it easier to document changes</a:t>
            </a:r>
          </a:p>
          <a:p>
            <a:r>
              <a:rPr lang="en-CA" dirty="0"/>
              <a:t>Less confusion</a:t>
            </a:r>
          </a:p>
          <a:p>
            <a:r>
              <a:rPr lang="en-CA" dirty="0"/>
              <a:t>Like an unlimited “undo” button</a:t>
            </a:r>
          </a:p>
          <a:p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497FBE-398F-F450-55A5-0169B83FAC5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0378"/>
          <a:stretch/>
        </p:blipFill>
        <p:spPr>
          <a:xfrm>
            <a:off x="2792864" y="4376540"/>
            <a:ext cx="6859771" cy="16234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50C0EF4-3357-D0B4-AACB-CEAEFAD6502E}"/>
              </a:ext>
            </a:extLst>
          </p:cNvPr>
          <p:cNvSpPr txBox="1"/>
          <p:nvPr/>
        </p:nvSpPr>
        <p:spPr>
          <a:xfrm>
            <a:off x="5572647" y="4001294"/>
            <a:ext cx="13002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Groceries.txt</a:t>
            </a:r>
          </a:p>
        </p:txBody>
      </p:sp>
    </p:spTree>
    <p:extLst>
      <p:ext uri="{BB962C8B-B14F-4D97-AF65-F5344CB8AC3E}">
        <p14:creationId xmlns:p14="http://schemas.microsoft.com/office/powerpoint/2010/main" val="1327411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865BD-932C-BBD7-0BB6-8DE4CB9B5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Git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F07153-A96B-E2C2-01E1-CA240E2712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CA" dirty="0"/>
              <a:t>A type of version control system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Open-source</a:t>
            </a:r>
          </a:p>
          <a:p>
            <a:endParaRPr lang="en-CA" dirty="0"/>
          </a:p>
          <a:p>
            <a:r>
              <a:rPr lang="en-CA" dirty="0"/>
              <a:t>Most popular VCS currently in use</a:t>
            </a:r>
          </a:p>
          <a:p>
            <a:endParaRPr lang="en-CA" dirty="0"/>
          </a:p>
          <a:p>
            <a:r>
              <a:rPr lang="en-CA" dirty="0"/>
              <a:t>Creates a “Git Repository” which stores all the modified instances of your project</a:t>
            </a:r>
          </a:p>
          <a:p>
            <a:endParaRPr lang="en-CA" dirty="0"/>
          </a:p>
        </p:txBody>
      </p:sp>
      <p:pic>
        <p:nvPicPr>
          <p:cNvPr id="1026" name="Picture 2" descr="Git · GitHub">
            <a:extLst>
              <a:ext uri="{FF2B5EF4-FFF2-40B4-BE49-F238E27FC236}">
                <a16:creationId xmlns:a16="http://schemas.microsoft.com/office/drawing/2014/main" id="{72C526F7-AD9B-8A76-27CF-5B8208E932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404" y="468681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5097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D30D1-D964-FC93-2031-0861A6DD8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What kind of files does Git track?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C8E4F0-92F8-85C5-3C09-968713BB1C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CA" b="1" dirty="0"/>
          </a:p>
          <a:p>
            <a:r>
              <a:rPr lang="en-CA" dirty="0"/>
              <a:t>Can track any file but works best for </a:t>
            </a:r>
            <a:r>
              <a:rPr lang="en-CA" b="1" dirty="0"/>
              <a:t>pure text files</a:t>
            </a:r>
            <a:r>
              <a:rPr lang="en-CA" dirty="0"/>
              <a:t> (.txt,.R,.</a:t>
            </a:r>
            <a:r>
              <a:rPr lang="en-CA" dirty="0" err="1"/>
              <a:t>py</a:t>
            </a:r>
            <a:r>
              <a:rPr lang="en-CA" dirty="0"/>
              <a:t> etc.)</a:t>
            </a:r>
          </a:p>
          <a:p>
            <a:endParaRPr lang="en-CA" dirty="0"/>
          </a:p>
          <a:p>
            <a:r>
              <a:rPr lang="en-CA" dirty="0"/>
              <a:t>Word/PowerPoint  are in binary; Git cannot display the changes occurring in these files</a:t>
            </a:r>
          </a:p>
          <a:p>
            <a:endParaRPr lang="en-CA" dirty="0"/>
          </a:p>
          <a:p>
            <a:r>
              <a:rPr lang="en-CA" dirty="0"/>
              <a:t>Still useful for storing such files, just cannot use all of Git’s features</a:t>
            </a:r>
          </a:p>
          <a:p>
            <a:endParaRPr lang="en-CA" dirty="0"/>
          </a:p>
          <a:p>
            <a:r>
              <a:rPr lang="en-CA" dirty="0"/>
              <a:t>Markdown and LaTeX can be used instead of these binary files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9214113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40D5F-3055-28B6-80D6-0C48EECFD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Git vs. GitHub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979B11-B3E7-3655-F2D2-87476DC7A4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Git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75E10-13FE-96AF-939C-F1B1854DF962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CA" dirty="0"/>
              <a:t>A version control system</a:t>
            </a:r>
          </a:p>
          <a:p>
            <a:endParaRPr lang="en-CA" dirty="0"/>
          </a:p>
          <a:p>
            <a:r>
              <a:rPr lang="en-CA" dirty="0"/>
              <a:t>Works locally and remotely</a:t>
            </a:r>
          </a:p>
          <a:p>
            <a:endParaRPr lang="en-CA" dirty="0"/>
          </a:p>
          <a:p>
            <a:r>
              <a:rPr lang="en-CA" dirty="0"/>
              <a:t>Is open-source</a:t>
            </a:r>
          </a:p>
          <a:p>
            <a:endParaRPr lang="en-CA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34AC86-C4F9-D71C-D4FF-F7B4FB894444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CA" dirty="0"/>
              <a:t>GitHub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98FD16F-94D8-5A93-7B7C-B82C78805211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>
            <a:normAutofit lnSpcReduction="10000"/>
          </a:bodyPr>
          <a:lstStyle/>
          <a:p>
            <a:r>
              <a:rPr lang="en-CA" dirty="0"/>
              <a:t>A server that </a:t>
            </a:r>
            <a:r>
              <a:rPr lang="en-CA" b="1" dirty="0"/>
              <a:t>hosts </a:t>
            </a:r>
            <a:r>
              <a:rPr lang="en-CA" dirty="0"/>
              <a:t>Git repositories</a:t>
            </a:r>
          </a:p>
          <a:p>
            <a:endParaRPr lang="en-CA" dirty="0"/>
          </a:p>
          <a:p>
            <a:r>
              <a:rPr lang="en-CA" dirty="0"/>
              <a:t>Works solely as a cloud-based service</a:t>
            </a:r>
          </a:p>
          <a:p>
            <a:endParaRPr lang="en-CA" dirty="0"/>
          </a:p>
          <a:p>
            <a:r>
              <a:rPr lang="en-CA" dirty="0"/>
              <a:t>Owned by Microsoft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232194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C59BA-8C26-89A6-363D-ABB278590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Working Directory ≠ Git Repository</a:t>
            </a:r>
            <a:br>
              <a:rPr lang="en-CA" dirty="0"/>
            </a:b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38D8A3-27C5-5192-6E4D-6342DC9BFF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Working directory is your </a:t>
            </a:r>
            <a:r>
              <a:rPr lang="en-CA" b="1" dirty="0"/>
              <a:t>project folder</a:t>
            </a:r>
          </a:p>
          <a:p>
            <a:r>
              <a:rPr lang="en-CA" dirty="0"/>
              <a:t>Git Repository is a </a:t>
            </a:r>
            <a:r>
              <a:rPr lang="en-CA" b="1" dirty="0"/>
              <a:t>hidden file </a:t>
            </a:r>
            <a:r>
              <a:rPr lang="en-CA" dirty="0"/>
              <a:t>stored inside your working directory</a:t>
            </a:r>
          </a:p>
          <a:p>
            <a:r>
              <a:rPr lang="en-CA" dirty="0"/>
              <a:t>The Git Repository contains the </a:t>
            </a:r>
            <a:r>
              <a:rPr lang="en-CA" b="1" dirty="0"/>
              <a:t>staging area</a:t>
            </a:r>
            <a:r>
              <a:rPr lang="en-CA" dirty="0"/>
              <a:t> and your </a:t>
            </a:r>
            <a:r>
              <a:rPr lang="en-CA" b="1" dirty="0"/>
              <a:t>commit history/local repository</a:t>
            </a:r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1636740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21CA3-82E5-8F88-73C0-4E190DC19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Git Pipeline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B5204A-66E1-62C8-EAFB-D6CACFA36AAC}"/>
              </a:ext>
            </a:extLst>
          </p:cNvPr>
          <p:cNvSpPr/>
          <p:nvPr/>
        </p:nvSpPr>
        <p:spPr>
          <a:xfrm>
            <a:off x="2124012" y="3878144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*New*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063E20-C471-E6A4-893C-741C85778811}"/>
              </a:ext>
            </a:extLst>
          </p:cNvPr>
          <p:cNvSpPr/>
          <p:nvPr/>
        </p:nvSpPr>
        <p:spPr>
          <a:xfrm>
            <a:off x="2124012" y="2155579"/>
            <a:ext cx="1565880" cy="102484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Working</a:t>
            </a:r>
          </a:p>
          <a:p>
            <a:pPr algn="ctr"/>
            <a:r>
              <a:rPr lang="en-CA" b="1" dirty="0"/>
              <a:t>Directory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45FE41-7FD6-2410-5D0A-D65DA926925D}"/>
              </a:ext>
            </a:extLst>
          </p:cNvPr>
          <p:cNvSpPr/>
          <p:nvPr/>
        </p:nvSpPr>
        <p:spPr>
          <a:xfrm>
            <a:off x="5312803" y="2151941"/>
            <a:ext cx="1565880" cy="102484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Staging</a:t>
            </a:r>
          </a:p>
          <a:p>
            <a:pPr algn="ctr"/>
            <a:r>
              <a:rPr lang="en-CA" b="1" dirty="0"/>
              <a:t>Area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C9CA37-FB16-4919-98B3-413C17773A2F}"/>
              </a:ext>
            </a:extLst>
          </p:cNvPr>
          <p:cNvSpPr/>
          <p:nvPr/>
        </p:nvSpPr>
        <p:spPr>
          <a:xfrm>
            <a:off x="8502108" y="2151942"/>
            <a:ext cx="1565880" cy="102484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Local Repository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71FD7C1-B59F-DE55-DA63-0372381F006F}"/>
              </a:ext>
            </a:extLst>
          </p:cNvPr>
          <p:cNvSpPr/>
          <p:nvPr/>
        </p:nvSpPr>
        <p:spPr>
          <a:xfrm>
            <a:off x="5313060" y="3878144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*New*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B0E22C-CDF6-915B-605D-C2DE1D234A16}"/>
              </a:ext>
            </a:extLst>
          </p:cNvPr>
          <p:cNvSpPr/>
          <p:nvPr/>
        </p:nvSpPr>
        <p:spPr>
          <a:xfrm>
            <a:off x="8502108" y="3878142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*New*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5265DF6-BB88-2ADD-ECE3-C93B8404A07D}"/>
              </a:ext>
            </a:extLst>
          </p:cNvPr>
          <p:cNvSpPr/>
          <p:nvPr/>
        </p:nvSpPr>
        <p:spPr>
          <a:xfrm>
            <a:off x="8502108" y="5115641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*Modified*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CFCD23-A970-B5C3-F585-5A5FDE41E3D2}"/>
              </a:ext>
            </a:extLst>
          </p:cNvPr>
          <p:cNvSpPr/>
          <p:nvPr/>
        </p:nvSpPr>
        <p:spPr>
          <a:xfrm>
            <a:off x="5313060" y="5115642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*Modified*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C8769D43-4669-3B84-477C-F0D71B240CF0}"/>
              </a:ext>
            </a:extLst>
          </p:cNvPr>
          <p:cNvSpPr/>
          <p:nvPr/>
        </p:nvSpPr>
        <p:spPr>
          <a:xfrm>
            <a:off x="3876783" y="2337944"/>
            <a:ext cx="1161613" cy="5445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Add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634615A0-A3AE-2822-490B-44861A4DC53D}"/>
              </a:ext>
            </a:extLst>
          </p:cNvPr>
          <p:cNvSpPr/>
          <p:nvPr/>
        </p:nvSpPr>
        <p:spPr>
          <a:xfrm>
            <a:off x="7236324" y="2337944"/>
            <a:ext cx="1161613" cy="5445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Commit</a:t>
            </a:r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7813187B-9A62-B21D-518D-1C283C5021A3}"/>
              </a:ext>
            </a:extLst>
          </p:cNvPr>
          <p:cNvSpPr/>
          <p:nvPr/>
        </p:nvSpPr>
        <p:spPr>
          <a:xfrm rot="5400000">
            <a:off x="7275984" y="45762"/>
            <a:ext cx="478098" cy="359356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E610B5-513F-26CD-F15D-33D9A0F742C4}"/>
              </a:ext>
            </a:extLst>
          </p:cNvPr>
          <p:cNvSpPr txBox="1"/>
          <p:nvPr/>
        </p:nvSpPr>
        <p:spPr>
          <a:xfrm>
            <a:off x="6743272" y="1304819"/>
            <a:ext cx="16546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Git Repository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1B21739-977F-9F86-5173-7F90976DDF58}"/>
              </a:ext>
            </a:extLst>
          </p:cNvPr>
          <p:cNvSpPr/>
          <p:nvPr/>
        </p:nvSpPr>
        <p:spPr>
          <a:xfrm>
            <a:off x="2124012" y="5115640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b="1" dirty="0"/>
              <a:t>TRACKED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4C34AF6-5463-43B7-5722-F40A51B94DA7}"/>
              </a:ext>
            </a:extLst>
          </p:cNvPr>
          <p:cNvSpPr/>
          <p:nvPr/>
        </p:nvSpPr>
        <p:spPr>
          <a:xfrm>
            <a:off x="2124012" y="5115642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*Modified*</a:t>
            </a:r>
          </a:p>
        </p:txBody>
      </p:sp>
    </p:spTree>
    <p:extLst>
      <p:ext uri="{BB962C8B-B14F-4D97-AF65-F5344CB8AC3E}">
        <p14:creationId xmlns:p14="http://schemas.microsoft.com/office/powerpoint/2010/main" val="1758592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11" grpId="0" animBg="1"/>
      <p:bldP spid="11" grpId="1" animBg="1"/>
      <p:bldP spid="12" grpId="0" animBg="1"/>
      <p:bldP spid="14" grpId="0" animBg="1"/>
      <p:bldP spid="15" grpId="0" animBg="1"/>
      <p:bldP spid="15" grpId="1" animBg="1"/>
      <p:bldP spid="10" grpId="0" animBg="1"/>
      <p:bldP spid="17" grpId="0" animBg="1"/>
      <p:bldP spid="18" grpId="0" animBg="1"/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5131C-0E87-AE75-75CD-61DF5D3CE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Commit Messages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D009FB-8944-C1D8-50CD-8AA12EB926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Every commit MUST have an attached message/description</a:t>
            </a:r>
          </a:p>
          <a:p>
            <a:r>
              <a:rPr lang="en-CA" dirty="0"/>
              <a:t>This helps others identify what changes have been made and why </a:t>
            </a:r>
          </a:p>
          <a:p>
            <a:r>
              <a:rPr lang="en-CA" dirty="0"/>
              <a:t>[filename added/changed ; what change ; why]</a:t>
            </a:r>
          </a:p>
          <a:p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9004D5-6BAC-B9F3-9058-038AB7C57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0202" y="4419724"/>
            <a:ext cx="4869179" cy="1757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4836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59D270B-8153-F116-AB32-35D7DBA0DE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504" y="639415"/>
            <a:ext cx="11544991" cy="5707063"/>
          </a:xfrm>
        </p:spPr>
        <p:txBody>
          <a:bodyPr/>
          <a:lstStyle/>
          <a:p>
            <a:pPr marL="0" indent="0">
              <a:buNone/>
            </a:pPr>
            <a:r>
              <a:rPr lang="en-CA" b="1" dirty="0"/>
              <a:t>Poll #1</a:t>
            </a:r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dirty="0"/>
              <a:t>T/F – Both untracked and modified files must be </a:t>
            </a:r>
            <a:r>
              <a:rPr lang="en-CA" b="1" dirty="0"/>
              <a:t>added</a:t>
            </a:r>
            <a:r>
              <a:rPr lang="en-CA" dirty="0"/>
              <a:t> to the staging area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T/F - GitHub is a type of VCS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T/F – The repository keeps track of changes by storing each version of a file/project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708706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DA2806D-35FE-24B5-F6B0-BC4E91E20B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163" y="307818"/>
            <a:ext cx="11544991" cy="60707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b="1" dirty="0"/>
              <a:t>Summary</a:t>
            </a:r>
          </a:p>
          <a:p>
            <a:endParaRPr lang="en-CA" dirty="0"/>
          </a:p>
          <a:p>
            <a:r>
              <a:rPr lang="en-CA" dirty="0"/>
              <a:t>Untracked or modified files are first </a:t>
            </a:r>
            <a:r>
              <a:rPr lang="en-CA" b="1" dirty="0"/>
              <a:t>added </a:t>
            </a:r>
            <a:r>
              <a:rPr lang="en-CA" dirty="0"/>
              <a:t>to the </a:t>
            </a:r>
            <a:r>
              <a:rPr lang="en-CA" b="1" dirty="0"/>
              <a:t>staging area</a:t>
            </a:r>
          </a:p>
          <a:p>
            <a:endParaRPr lang="en-CA" dirty="0"/>
          </a:p>
          <a:p>
            <a:r>
              <a:rPr lang="en-CA" dirty="0"/>
              <a:t>Changes that have been staged can then be </a:t>
            </a:r>
            <a:r>
              <a:rPr lang="en-CA" b="1" dirty="0"/>
              <a:t>committed </a:t>
            </a:r>
            <a:r>
              <a:rPr lang="en-CA" dirty="0"/>
              <a:t>to the </a:t>
            </a:r>
            <a:r>
              <a:rPr lang="en-CA" b="1" dirty="0"/>
              <a:t>local repository</a:t>
            </a:r>
          </a:p>
          <a:p>
            <a:endParaRPr lang="en-CA" dirty="0"/>
          </a:p>
          <a:p>
            <a:r>
              <a:rPr lang="en-CA" dirty="0"/>
              <a:t>Commits can then be used to </a:t>
            </a:r>
            <a:r>
              <a:rPr lang="en-CA" b="1" dirty="0"/>
              <a:t>revert </a:t>
            </a:r>
            <a:r>
              <a:rPr lang="en-CA" dirty="0"/>
              <a:t>to previous instances of the project or simply to </a:t>
            </a:r>
            <a:r>
              <a:rPr lang="en-CA" b="1" dirty="0"/>
              <a:t>keep track</a:t>
            </a:r>
            <a:r>
              <a:rPr lang="en-CA" dirty="0"/>
              <a:t> of what changes have been made</a:t>
            </a: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607115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CF4C5-19DD-1456-A479-EB3A56303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Part II – Basic Git Features</a:t>
            </a:r>
          </a:p>
        </p:txBody>
      </p:sp>
    </p:spTree>
    <p:extLst>
      <p:ext uri="{BB962C8B-B14F-4D97-AF65-F5344CB8AC3E}">
        <p14:creationId xmlns:p14="http://schemas.microsoft.com/office/powerpoint/2010/main" val="14421570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FA4BF-919D-5BEC-ABAD-47BC38C3B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How to access Git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54B586-11F3-70E5-EE4F-F1105C7581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Command Line (</a:t>
            </a:r>
            <a:r>
              <a:rPr lang="en-CA" dirty="0" err="1"/>
              <a:t>e.g</a:t>
            </a:r>
            <a:r>
              <a:rPr lang="en-CA" dirty="0"/>
              <a:t>: UNIX, </a:t>
            </a:r>
            <a:r>
              <a:rPr lang="en-CA" dirty="0" err="1"/>
              <a:t>Powershell</a:t>
            </a:r>
            <a:r>
              <a:rPr lang="en-CA" dirty="0"/>
              <a:t>)</a:t>
            </a:r>
          </a:p>
          <a:p>
            <a:pPr lvl="1"/>
            <a:r>
              <a:rPr lang="en-CA" dirty="0"/>
              <a:t>Most common – lightweight, works on servers</a:t>
            </a:r>
          </a:p>
          <a:p>
            <a:pPr lvl="1"/>
            <a:r>
              <a:rPr lang="en-CA" dirty="0"/>
              <a:t>Con: learning curve</a:t>
            </a:r>
          </a:p>
          <a:p>
            <a:r>
              <a:rPr lang="en-CA" dirty="0"/>
              <a:t>GitHub Desktop App</a:t>
            </a:r>
          </a:p>
          <a:p>
            <a:pPr lvl="1"/>
            <a:r>
              <a:rPr lang="en-CA" dirty="0"/>
              <a:t>GUI interface</a:t>
            </a:r>
          </a:p>
          <a:p>
            <a:r>
              <a:rPr lang="en-CA" dirty="0"/>
              <a:t>Within a Text Editor</a:t>
            </a:r>
          </a:p>
          <a:p>
            <a:pPr lvl="1"/>
            <a:r>
              <a:rPr lang="en-CA" dirty="0" err="1"/>
              <a:t>VsCode</a:t>
            </a:r>
            <a:r>
              <a:rPr lang="en-CA" dirty="0"/>
              <a:t> extension</a:t>
            </a:r>
          </a:p>
          <a:p>
            <a:pPr lvl="1"/>
            <a:r>
              <a:rPr lang="en-CA" b="1" dirty="0" err="1"/>
              <a:t>Rstudio</a:t>
            </a:r>
            <a:r>
              <a:rPr lang="en-CA" b="1" dirty="0"/>
              <a:t> (what we will use)</a:t>
            </a:r>
          </a:p>
        </p:txBody>
      </p:sp>
    </p:spTree>
    <p:extLst>
      <p:ext uri="{BB962C8B-B14F-4D97-AF65-F5344CB8AC3E}">
        <p14:creationId xmlns:p14="http://schemas.microsoft.com/office/powerpoint/2010/main" val="25892115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3F228-F534-19A2-9B0A-2ECDD7557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How to access Git (Rstudio)</a:t>
            </a: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21051E-F36F-2149-9BAA-83447669BF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488759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CA" dirty="0">
                <a:solidFill>
                  <a:schemeClr val="tx1"/>
                </a:solidFill>
              </a:rPr>
              <a:t>Go to Help </a:t>
            </a:r>
            <a:r>
              <a:rPr lang="en-CA" dirty="0">
                <a:solidFill>
                  <a:schemeClr val="tx1"/>
                </a:solidFill>
                <a:sym typeface="Wingdings" panose="05000000000000000000" pitchFamily="2" charset="2"/>
              </a:rPr>
              <a:t> Global Options  Git/SVN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>
                <a:solidFill>
                  <a:schemeClr val="tx1"/>
                </a:solidFill>
              </a:rPr>
              <a:t>Ensure the git.exe file is located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>
                <a:solidFill>
                  <a:schemeClr val="tx1"/>
                </a:solidFill>
                <a:sym typeface="Wingdings" panose="05000000000000000000" pitchFamily="2" charset="2"/>
              </a:rPr>
              <a:t>Can now initialize Git repositories</a:t>
            </a:r>
          </a:p>
          <a:p>
            <a:pPr marL="114300" indent="0">
              <a:buNone/>
            </a:pPr>
            <a:endParaRPr lang="en-CA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496965-AF24-E0DB-58C3-11E1CAABFB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6281" y="1982709"/>
            <a:ext cx="4158532" cy="4202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1432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Activity #0 – Initialize a Git Repository</a:t>
            </a:r>
          </a:p>
          <a:p>
            <a:pPr marL="0" indent="0">
              <a:buNone/>
            </a:pP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40841454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504" y="1255051"/>
            <a:ext cx="11544991" cy="49243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b="1" dirty="0"/>
              <a:t>Activity #0 – Initialize a Git Repository</a:t>
            </a:r>
          </a:p>
          <a:p>
            <a:pPr marL="0" indent="0">
              <a:buNone/>
            </a:pPr>
            <a:endParaRPr lang="en-CA" b="1" dirty="0"/>
          </a:p>
          <a:p>
            <a:pPr marL="628650" indent="-514350">
              <a:buFont typeface="+mj-lt"/>
              <a:buAutoNum type="arabicPeriod"/>
            </a:pPr>
            <a:r>
              <a:rPr lang="en-CA" dirty="0"/>
              <a:t>Create a new R Project using the project icon in the top-right </a:t>
            </a:r>
          </a:p>
          <a:p>
            <a:pPr marL="628650" indent="-514350">
              <a:buFont typeface="+mj-lt"/>
              <a:buAutoNum type="arabicPeriod"/>
            </a:pPr>
            <a:r>
              <a:rPr lang="en-CA" dirty="0"/>
              <a:t>Click to Tools tab in the top of the window 	</a:t>
            </a:r>
          </a:p>
          <a:p>
            <a:pPr marL="628650" indent="-514350">
              <a:buFont typeface="+mj-lt"/>
              <a:buAutoNum type="arabicPeriod"/>
            </a:pPr>
            <a:r>
              <a:rPr lang="en-CA" dirty="0"/>
              <a:t>Select Version Control and set the version control system to Git</a:t>
            </a:r>
          </a:p>
          <a:p>
            <a:pPr marL="628650" indent="-514350">
              <a:buFont typeface="+mj-lt"/>
              <a:buAutoNum type="arabicPeriod"/>
            </a:pPr>
            <a:r>
              <a:rPr lang="en-CA" dirty="0"/>
              <a:t>You should now see a Git tab in the top-right pane</a:t>
            </a:r>
          </a:p>
          <a:p>
            <a:pPr marL="0" indent="0">
              <a:buNone/>
            </a:pPr>
            <a:endParaRPr lang="en-CA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759F9A-727A-F3E5-9DEC-3E87F0C72B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704" y="4969487"/>
            <a:ext cx="10600138" cy="933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1C89F0-ECFE-37AE-EB79-1409CF4ABC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5083" y="2321270"/>
            <a:ext cx="676369" cy="676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3888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Activity #1 – Create and track a Text File with Git</a:t>
            </a:r>
          </a:p>
        </p:txBody>
      </p:sp>
    </p:spTree>
    <p:extLst>
      <p:ext uri="{BB962C8B-B14F-4D97-AF65-F5344CB8AC3E}">
        <p14:creationId xmlns:p14="http://schemas.microsoft.com/office/powerpoint/2010/main" val="6344429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CA" b="1" dirty="0"/>
              <a:t>Activity #1 – Create and track a Text File with Git</a:t>
            </a:r>
          </a:p>
          <a:p>
            <a:pPr marL="0" indent="0">
              <a:buNone/>
            </a:pPr>
            <a:endParaRPr lang="en-CA" b="1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Create a text file (or code script) within the project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Open the Git tab and see if the file is detected. If yes, create a commit.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Look at your commit history to see your commit!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Modify the file and commit the changes. Try and make informative commit messages!</a:t>
            </a:r>
          </a:p>
        </p:txBody>
      </p:sp>
    </p:spTree>
    <p:extLst>
      <p:ext uri="{BB962C8B-B14F-4D97-AF65-F5344CB8AC3E}">
        <p14:creationId xmlns:p14="http://schemas.microsoft.com/office/powerpoint/2010/main" val="9071902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Activity #2 – Revert a file to a previous commit</a:t>
            </a:r>
          </a:p>
        </p:txBody>
      </p:sp>
    </p:spTree>
    <p:extLst>
      <p:ext uri="{BB962C8B-B14F-4D97-AF65-F5344CB8AC3E}">
        <p14:creationId xmlns:p14="http://schemas.microsoft.com/office/powerpoint/2010/main" val="17238555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CA" b="1" dirty="0"/>
              <a:t>Activity #2 – Revert a file to a previous commit</a:t>
            </a:r>
          </a:p>
          <a:p>
            <a:pPr marL="0" indent="0">
              <a:buNone/>
            </a:pPr>
            <a:endParaRPr lang="en-CA" b="1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Make an unwanted change to your file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Use your staging area to discard the changes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Make another unwanted change and commit it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Now use your commit history to revert the commit!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Extra: Try using the reset feature – when would this be helpful?</a:t>
            </a:r>
          </a:p>
        </p:txBody>
      </p:sp>
    </p:spTree>
    <p:extLst>
      <p:ext uri="{BB962C8B-B14F-4D97-AF65-F5344CB8AC3E}">
        <p14:creationId xmlns:p14="http://schemas.microsoft.com/office/powerpoint/2010/main" val="36233090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C487D5F-FC03-68BB-A41E-18A16F4772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Poll #2</a:t>
            </a:r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dirty="0"/>
              <a:t>T/F – After initialisation, a project folder becomes a git repository</a:t>
            </a:r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dirty="0"/>
              <a:t>T/F – After making a commit, you cannot revert to a previous version of your repository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Is it possible for two commits to have the same ID?</a:t>
            </a:r>
          </a:p>
          <a:p>
            <a:pPr marL="0" indent="0">
              <a:buNone/>
            </a:pP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2565697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8928E-ECBE-7568-3965-BFC818FC6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Git Branches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3D7BDC-46AC-8FD2-2194-DBB470275F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1696173"/>
          </a:xfrm>
        </p:spPr>
        <p:txBody>
          <a:bodyPr/>
          <a:lstStyle/>
          <a:p>
            <a:r>
              <a:rPr lang="en-CA" dirty="0"/>
              <a:t>A specific “timeline” of your commit history</a:t>
            </a:r>
          </a:p>
          <a:p>
            <a:r>
              <a:rPr lang="en-CA" dirty="0"/>
              <a:t>Allows us to implement new features without harming viable releases</a:t>
            </a:r>
          </a:p>
          <a:p>
            <a:endParaRPr lang="en-CA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5E6399-66DB-A4F8-1DC0-00FC1973F27D}"/>
              </a:ext>
            </a:extLst>
          </p:cNvPr>
          <p:cNvSpPr/>
          <p:nvPr/>
        </p:nvSpPr>
        <p:spPr>
          <a:xfrm>
            <a:off x="1555491" y="5154574"/>
            <a:ext cx="1611406" cy="113758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Initial Commit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EB4261-2E52-9C40-9277-26F23C24802F}"/>
              </a:ext>
            </a:extLst>
          </p:cNvPr>
          <p:cNvSpPr/>
          <p:nvPr/>
        </p:nvSpPr>
        <p:spPr>
          <a:xfrm>
            <a:off x="6586828" y="5154573"/>
            <a:ext cx="1611406" cy="113758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Release 1.0.0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EC8056-593C-B9BA-1377-F045E09592EC}"/>
              </a:ext>
            </a:extLst>
          </p:cNvPr>
          <p:cNvSpPr/>
          <p:nvPr/>
        </p:nvSpPr>
        <p:spPr>
          <a:xfrm>
            <a:off x="3886750" y="5154574"/>
            <a:ext cx="1611406" cy="113758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Debug Commit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8E4FB43-40B0-6D12-C10C-C29B683EE88B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3166896" y="5723367"/>
            <a:ext cx="71985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DD8FABC-8EBD-6D54-A8C1-686FE9A951C4}"/>
              </a:ext>
            </a:extLst>
          </p:cNvPr>
          <p:cNvCxnSpPr>
            <a:stCxn id="6" idx="3"/>
            <a:endCxn id="5" idx="1"/>
          </p:cNvCxnSpPr>
          <p:nvPr/>
        </p:nvCxnSpPr>
        <p:spPr>
          <a:xfrm flipV="1">
            <a:off x="5498156" y="5723367"/>
            <a:ext cx="108867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FC40E158-8C9F-850C-60D3-B6F7D7206C24}"/>
              </a:ext>
            </a:extLst>
          </p:cNvPr>
          <p:cNvSpPr/>
          <p:nvPr/>
        </p:nvSpPr>
        <p:spPr>
          <a:xfrm>
            <a:off x="8040126" y="3178149"/>
            <a:ext cx="1611406" cy="113758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New Feature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092C8B-94F3-A195-C025-D9DC43941867}"/>
              </a:ext>
            </a:extLst>
          </p:cNvPr>
          <p:cNvSpPr txBox="1"/>
          <p:nvPr/>
        </p:nvSpPr>
        <p:spPr>
          <a:xfrm>
            <a:off x="-55915" y="5523307"/>
            <a:ext cx="17201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b="1" dirty="0"/>
              <a:t>Main/Master</a:t>
            </a: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C03D678E-1D39-9ACD-0A50-01F9D98B82AC}"/>
              </a:ext>
            </a:extLst>
          </p:cNvPr>
          <p:cNvCxnSpPr>
            <a:stCxn id="5" idx="0"/>
            <a:endCxn id="11" idx="1"/>
          </p:cNvCxnSpPr>
          <p:nvPr/>
        </p:nvCxnSpPr>
        <p:spPr>
          <a:xfrm rot="5400000" flipH="1" flipV="1">
            <a:off x="7012512" y="4126960"/>
            <a:ext cx="1407631" cy="64759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1636B51-1429-168B-9F9C-2FFC8E1B7026}"/>
              </a:ext>
            </a:extLst>
          </p:cNvPr>
          <p:cNvSpPr txBox="1"/>
          <p:nvPr/>
        </p:nvSpPr>
        <p:spPr>
          <a:xfrm>
            <a:off x="6614279" y="3546886"/>
            <a:ext cx="1240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b="1" dirty="0"/>
              <a:t>Dev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7344BA4-D60A-AC0C-CAEB-1EBD5C824F1C}"/>
              </a:ext>
            </a:extLst>
          </p:cNvPr>
          <p:cNvSpPr/>
          <p:nvPr/>
        </p:nvSpPr>
        <p:spPr>
          <a:xfrm>
            <a:off x="10283433" y="3178149"/>
            <a:ext cx="1611406" cy="113758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Debugged New Feature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CFF158D-9C9B-1725-9745-A306D9260ABE}"/>
              </a:ext>
            </a:extLst>
          </p:cNvPr>
          <p:cNvCxnSpPr>
            <a:stCxn id="11" idx="3"/>
            <a:endCxn id="17" idx="1"/>
          </p:cNvCxnSpPr>
          <p:nvPr/>
        </p:nvCxnSpPr>
        <p:spPr>
          <a:xfrm>
            <a:off x="9651531" y="3746941"/>
            <a:ext cx="6319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16A4F342-6F22-8F2F-E322-FF4244CFB6F7}"/>
              </a:ext>
            </a:extLst>
          </p:cNvPr>
          <p:cNvSpPr/>
          <p:nvPr/>
        </p:nvSpPr>
        <p:spPr>
          <a:xfrm>
            <a:off x="8845828" y="5154571"/>
            <a:ext cx="1611406" cy="113758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Patched Release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70C6A20-0353-7747-4CB3-E21081A5F705}"/>
              </a:ext>
            </a:extLst>
          </p:cNvPr>
          <p:cNvCxnSpPr>
            <a:cxnSpLocks/>
            <a:stCxn id="5" idx="3"/>
            <a:endCxn id="28" idx="1"/>
          </p:cNvCxnSpPr>
          <p:nvPr/>
        </p:nvCxnSpPr>
        <p:spPr>
          <a:xfrm flipV="1">
            <a:off x="8198233" y="5723365"/>
            <a:ext cx="64759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4662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1" grpId="0" animBg="1"/>
      <p:bldP spid="16" grpId="0"/>
      <p:bldP spid="17" grpId="0" animBg="1"/>
      <p:bldP spid="2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Activity #3 – Create a new branch</a:t>
            </a:r>
          </a:p>
        </p:txBody>
      </p:sp>
    </p:spTree>
    <p:extLst>
      <p:ext uri="{BB962C8B-B14F-4D97-AF65-F5344CB8AC3E}">
        <p14:creationId xmlns:p14="http://schemas.microsoft.com/office/powerpoint/2010/main" val="41651733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Activity #3 – Create a new branch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Click the “new branch</a:t>
            </a:r>
            <a:r>
              <a:rPr lang="en-CA"/>
              <a:t>” button in the Git tab</a:t>
            </a:r>
            <a:endParaRPr lang="en-CA" dirty="0"/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Make changes to your file in the new branch and commit it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Switch back to the main branch and open the file, what do you notice?</a:t>
            </a:r>
          </a:p>
        </p:txBody>
      </p:sp>
    </p:spTree>
    <p:extLst>
      <p:ext uri="{BB962C8B-B14F-4D97-AF65-F5344CB8AC3E}">
        <p14:creationId xmlns:p14="http://schemas.microsoft.com/office/powerpoint/2010/main" val="26743607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EBB2CD7-D4AE-58C2-938C-F1E2066E5D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Now that your test feature works, you might want to make it part of your official release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Merge</a:t>
            </a:r>
          </a:p>
        </p:txBody>
      </p:sp>
    </p:spTree>
    <p:extLst>
      <p:ext uri="{BB962C8B-B14F-4D97-AF65-F5344CB8AC3E}">
        <p14:creationId xmlns:p14="http://schemas.microsoft.com/office/powerpoint/2010/main" val="130669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5715C-027E-B906-4ED4-D9B674C59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Merging Branches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AB828-2811-06CA-6137-8A52C7C66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1207286"/>
          </a:xfrm>
        </p:spPr>
        <p:txBody>
          <a:bodyPr/>
          <a:lstStyle/>
          <a:p>
            <a:r>
              <a:rPr lang="en-CA" dirty="0"/>
              <a:t>Action that will “merge” the commits from one branch into another</a:t>
            </a:r>
          </a:p>
          <a:p>
            <a:endParaRPr lang="en-CA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D19F52-B570-BB90-DA5E-B02330006593}"/>
              </a:ext>
            </a:extLst>
          </p:cNvPr>
          <p:cNvSpPr/>
          <p:nvPr/>
        </p:nvSpPr>
        <p:spPr>
          <a:xfrm>
            <a:off x="2410593" y="5071992"/>
            <a:ext cx="1692708" cy="128829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Release 1.0.0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6436DD-5FA5-8054-2341-F495B29771A1}"/>
              </a:ext>
            </a:extLst>
          </p:cNvPr>
          <p:cNvSpPr/>
          <p:nvPr/>
        </p:nvSpPr>
        <p:spPr>
          <a:xfrm>
            <a:off x="3937216" y="2833736"/>
            <a:ext cx="1692708" cy="128829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New Feature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DFCC6D-7BF2-0C9B-DF3B-B0BAB7AEB297}"/>
              </a:ext>
            </a:extLst>
          </p:cNvPr>
          <p:cNvSpPr txBox="1"/>
          <p:nvPr/>
        </p:nvSpPr>
        <p:spPr>
          <a:xfrm>
            <a:off x="533072" y="5516081"/>
            <a:ext cx="18775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b="1" dirty="0"/>
              <a:t>Main/Master</a:t>
            </a:r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403A2344-111C-2B84-3DD8-412E221931DB}"/>
              </a:ext>
            </a:extLst>
          </p:cNvPr>
          <p:cNvCxnSpPr>
            <a:cxnSpLocks/>
            <a:stCxn id="4" idx="0"/>
            <a:endCxn id="5" idx="1"/>
          </p:cNvCxnSpPr>
          <p:nvPr/>
        </p:nvCxnSpPr>
        <p:spPr>
          <a:xfrm rot="5400000" flipH="1" flipV="1">
            <a:off x="2800025" y="3934803"/>
            <a:ext cx="1594111" cy="68026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9B8C2A7-4EE7-8FD8-693A-EF4B4B7F89C9}"/>
              </a:ext>
            </a:extLst>
          </p:cNvPr>
          <p:cNvSpPr txBox="1"/>
          <p:nvPr/>
        </p:nvSpPr>
        <p:spPr>
          <a:xfrm>
            <a:off x="2514231" y="3276946"/>
            <a:ext cx="1302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b="1" dirty="0"/>
              <a:t>Dev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3E89531-98DF-F167-A59E-6D7FDE752908}"/>
              </a:ext>
            </a:extLst>
          </p:cNvPr>
          <p:cNvSpPr/>
          <p:nvPr/>
        </p:nvSpPr>
        <p:spPr>
          <a:xfrm>
            <a:off x="6293707" y="2833736"/>
            <a:ext cx="1692708" cy="128829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Debugged New Feature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A88B92-48E0-1402-7D56-6F8EEAF7FB89}"/>
              </a:ext>
            </a:extLst>
          </p:cNvPr>
          <p:cNvSpPr/>
          <p:nvPr/>
        </p:nvSpPr>
        <p:spPr>
          <a:xfrm>
            <a:off x="4783569" y="5071991"/>
            <a:ext cx="1692708" cy="128829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Patched Release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D3664D5-E59B-1EBD-80A0-82F5A5EFD0F4}"/>
              </a:ext>
            </a:extLst>
          </p:cNvPr>
          <p:cNvCxnSpPr>
            <a:cxnSpLocks/>
            <a:stCxn id="4" idx="3"/>
            <a:endCxn id="10" idx="1"/>
          </p:cNvCxnSpPr>
          <p:nvPr/>
        </p:nvCxnSpPr>
        <p:spPr>
          <a:xfrm flipV="1">
            <a:off x="4103300" y="5716137"/>
            <a:ext cx="680268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9F3A554-BB03-DBD2-F325-7DF2302EDBEF}"/>
              </a:ext>
            </a:extLst>
          </p:cNvPr>
          <p:cNvCxnSpPr>
            <a:stCxn id="5" idx="3"/>
            <a:endCxn id="9" idx="1"/>
          </p:cNvCxnSpPr>
          <p:nvPr/>
        </p:nvCxnSpPr>
        <p:spPr>
          <a:xfrm>
            <a:off x="5629922" y="3477881"/>
            <a:ext cx="6637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B9DC7703-2EF6-5EA9-CC4A-C60D23ED7D1F}"/>
              </a:ext>
            </a:extLst>
          </p:cNvPr>
          <p:cNvSpPr/>
          <p:nvPr/>
        </p:nvSpPr>
        <p:spPr>
          <a:xfrm>
            <a:off x="8649471" y="5071992"/>
            <a:ext cx="1692708" cy="128829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Release 1.1.0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B8DCFCF-79BB-95E4-97C3-23602F3682AD}"/>
              </a:ext>
            </a:extLst>
          </p:cNvPr>
          <p:cNvCxnSpPr>
            <a:stCxn id="10" idx="3"/>
            <a:endCxn id="14" idx="1"/>
          </p:cNvCxnSpPr>
          <p:nvPr/>
        </p:nvCxnSpPr>
        <p:spPr>
          <a:xfrm>
            <a:off x="6476276" y="5716137"/>
            <a:ext cx="2173194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88120490-EF7C-73D6-55BD-F7433EDCDCC5}"/>
              </a:ext>
            </a:extLst>
          </p:cNvPr>
          <p:cNvCxnSpPr>
            <a:cxnSpLocks/>
          </p:cNvCxnSpPr>
          <p:nvPr/>
        </p:nvCxnSpPr>
        <p:spPr>
          <a:xfrm flipH="1">
            <a:off x="7580106" y="3477883"/>
            <a:ext cx="423540" cy="2238253"/>
          </a:xfrm>
          <a:prstGeom prst="bentConnector4">
            <a:avLst>
              <a:gd name="adj1" fmla="val -75251"/>
              <a:gd name="adj2" fmla="val 6438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ED9F744A-3CE6-EF3D-850C-06ADFF08670B}"/>
              </a:ext>
            </a:extLst>
          </p:cNvPr>
          <p:cNvSpPr/>
          <p:nvPr/>
        </p:nvSpPr>
        <p:spPr>
          <a:xfrm>
            <a:off x="9355964" y="2833736"/>
            <a:ext cx="1692708" cy="128829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New Feature + Patch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DA572D4-EA84-D614-D9A7-5AE0EAB2953A}"/>
              </a:ext>
            </a:extLst>
          </p:cNvPr>
          <p:cNvCxnSpPr>
            <a:stCxn id="9" idx="3"/>
            <a:endCxn id="20" idx="1"/>
          </p:cNvCxnSpPr>
          <p:nvPr/>
        </p:nvCxnSpPr>
        <p:spPr>
          <a:xfrm>
            <a:off x="7986414" y="3477881"/>
            <a:ext cx="13695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46FB9BDA-A5C6-4A10-3D2D-7DF06AFFE3D3}"/>
              </a:ext>
            </a:extLst>
          </p:cNvPr>
          <p:cNvCxnSpPr>
            <a:cxnSpLocks/>
          </p:cNvCxnSpPr>
          <p:nvPr/>
        </p:nvCxnSpPr>
        <p:spPr>
          <a:xfrm flipV="1">
            <a:off x="6476277" y="3471531"/>
            <a:ext cx="2194912" cy="2238255"/>
          </a:xfrm>
          <a:prstGeom prst="bentConnector3">
            <a:avLst>
              <a:gd name="adj1" fmla="val 10009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8984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2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Activity #4 – Merging Branches</a:t>
            </a:r>
          </a:p>
        </p:txBody>
      </p:sp>
    </p:spTree>
    <p:extLst>
      <p:ext uri="{BB962C8B-B14F-4D97-AF65-F5344CB8AC3E}">
        <p14:creationId xmlns:p14="http://schemas.microsoft.com/office/powerpoint/2010/main" val="17491045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b="1" dirty="0"/>
              <a:t>Activity #4 – Merging Branches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Switch to the main branch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Open the terminal in the console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Run ```git merge </a:t>
            </a:r>
            <a:r>
              <a:rPr lang="en-CA" dirty="0" err="1"/>
              <a:t>other_branch_name</a:t>
            </a:r>
            <a:r>
              <a:rPr lang="en-CA" dirty="0"/>
              <a:t>```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Compare both branches – they should now be identical!</a:t>
            </a:r>
          </a:p>
        </p:txBody>
      </p:sp>
    </p:spTree>
    <p:extLst>
      <p:ext uri="{BB962C8B-B14F-4D97-AF65-F5344CB8AC3E}">
        <p14:creationId xmlns:p14="http://schemas.microsoft.com/office/powerpoint/2010/main" val="13114495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45570DF-0C10-98C1-32EE-7BBAD91B3A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CA" b="1" dirty="0"/>
              <a:t>Why use remote repositories like GitHub?</a:t>
            </a:r>
          </a:p>
          <a:p>
            <a:pPr marL="0" indent="0">
              <a:buNone/>
            </a:pPr>
            <a:endParaRPr lang="en-CA" b="1" dirty="0"/>
          </a:p>
          <a:p>
            <a:r>
              <a:rPr lang="en-CA" dirty="0"/>
              <a:t>Backup for your code</a:t>
            </a:r>
          </a:p>
          <a:p>
            <a:pPr lvl="1"/>
            <a:r>
              <a:rPr lang="en-CA" dirty="0"/>
              <a:t>Can access the repository from anywhere</a:t>
            </a:r>
          </a:p>
          <a:p>
            <a:pPr lvl="1"/>
            <a:endParaRPr lang="en-CA" dirty="0"/>
          </a:p>
          <a:p>
            <a:r>
              <a:rPr lang="en-CA" dirty="0"/>
              <a:t>Collaborations</a:t>
            </a:r>
          </a:p>
          <a:p>
            <a:pPr lvl="1"/>
            <a:r>
              <a:rPr lang="en-CA" dirty="0"/>
              <a:t>Easy to keep track of changes made by you and collaborators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Open Science</a:t>
            </a:r>
          </a:p>
          <a:p>
            <a:pPr lvl="1"/>
            <a:r>
              <a:rPr lang="en-CA" dirty="0"/>
              <a:t>Easy to access, download and use others’ code</a:t>
            </a:r>
          </a:p>
          <a:p>
            <a:pPr lvl="1"/>
            <a:r>
              <a:rPr lang="en-CA" dirty="0"/>
              <a:t>Easy to discuss with </a:t>
            </a:r>
            <a:r>
              <a:rPr lang="en-CA" b="1" dirty="0"/>
              <a:t>users</a:t>
            </a:r>
            <a:r>
              <a:rPr lang="en-CA" dirty="0"/>
              <a:t> of your code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C61540-AADC-A396-B1DA-CE621B8FD8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6240" y="2103120"/>
            <a:ext cx="2651760" cy="1325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116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0D8EFDB-45D2-9A4A-6FA9-789D807BF0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Pushing and Pulling</a:t>
            </a:r>
          </a:p>
          <a:p>
            <a:pPr marL="0" indent="0">
              <a:buNone/>
            </a:pPr>
            <a:endParaRPr lang="en-CA" b="1" dirty="0"/>
          </a:p>
          <a:p>
            <a:r>
              <a:rPr lang="en-CA" b="1" dirty="0"/>
              <a:t>Push: </a:t>
            </a:r>
            <a:r>
              <a:rPr lang="en-CA" dirty="0"/>
              <a:t>Updates your </a:t>
            </a:r>
            <a:r>
              <a:rPr lang="en-CA" b="1" dirty="0"/>
              <a:t>remote</a:t>
            </a:r>
            <a:r>
              <a:rPr lang="en-CA" dirty="0"/>
              <a:t> repository with recent commits from your </a:t>
            </a:r>
            <a:r>
              <a:rPr lang="en-CA" b="1" dirty="0"/>
              <a:t>local </a:t>
            </a:r>
            <a:r>
              <a:rPr lang="en-CA" dirty="0"/>
              <a:t>repository</a:t>
            </a:r>
          </a:p>
          <a:p>
            <a:endParaRPr lang="en-CA" dirty="0"/>
          </a:p>
          <a:p>
            <a:r>
              <a:rPr lang="en-CA" b="1" dirty="0"/>
              <a:t>Pull:  </a:t>
            </a:r>
            <a:r>
              <a:rPr lang="en-CA" dirty="0"/>
              <a:t>Updates your </a:t>
            </a:r>
            <a:r>
              <a:rPr lang="en-CA" b="1" dirty="0"/>
              <a:t>local </a:t>
            </a:r>
            <a:r>
              <a:rPr lang="en-CA" dirty="0"/>
              <a:t>repository with recent commits from your </a:t>
            </a:r>
            <a:r>
              <a:rPr lang="en-CA" b="1" dirty="0"/>
              <a:t>remote repository</a:t>
            </a:r>
          </a:p>
          <a:p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9440762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8E5A9-7E25-448A-7B25-CD115DD46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8092D08-67DA-D995-2333-15A98C0626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Local-Remote Pipeline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89FD5C-1B1C-0943-E58D-6C90F6D5ECC5}"/>
              </a:ext>
            </a:extLst>
          </p:cNvPr>
          <p:cNvSpPr/>
          <p:nvPr/>
        </p:nvSpPr>
        <p:spPr>
          <a:xfrm>
            <a:off x="1627058" y="3878144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*New*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E4A995-45A3-3016-B102-029E5E8B7900}"/>
              </a:ext>
            </a:extLst>
          </p:cNvPr>
          <p:cNvSpPr/>
          <p:nvPr/>
        </p:nvSpPr>
        <p:spPr>
          <a:xfrm>
            <a:off x="1627058" y="2155579"/>
            <a:ext cx="1565880" cy="102484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Working</a:t>
            </a:r>
          </a:p>
          <a:p>
            <a:pPr algn="ctr"/>
            <a:r>
              <a:rPr lang="en-CA" b="1" dirty="0"/>
              <a:t>Directory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122295-DCD8-531A-047B-A6F24F0E86C0}"/>
              </a:ext>
            </a:extLst>
          </p:cNvPr>
          <p:cNvSpPr/>
          <p:nvPr/>
        </p:nvSpPr>
        <p:spPr>
          <a:xfrm>
            <a:off x="4368594" y="2151941"/>
            <a:ext cx="1565880" cy="102484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Staging</a:t>
            </a:r>
          </a:p>
          <a:p>
            <a:pPr algn="ctr"/>
            <a:r>
              <a:rPr lang="en-CA" b="1" dirty="0"/>
              <a:t>Area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EA48D2-717A-EF4B-6C95-ED07BAC77DCC}"/>
              </a:ext>
            </a:extLst>
          </p:cNvPr>
          <p:cNvSpPr/>
          <p:nvPr/>
        </p:nvSpPr>
        <p:spPr>
          <a:xfrm>
            <a:off x="7140585" y="2151942"/>
            <a:ext cx="1565880" cy="102484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Local Repository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06530B-07DE-84FC-3D17-2479EBA4439C}"/>
              </a:ext>
            </a:extLst>
          </p:cNvPr>
          <p:cNvSpPr/>
          <p:nvPr/>
        </p:nvSpPr>
        <p:spPr>
          <a:xfrm>
            <a:off x="4368594" y="3878144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*New*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E560C6-C3E4-A743-711F-638F06422DB1}"/>
              </a:ext>
            </a:extLst>
          </p:cNvPr>
          <p:cNvSpPr/>
          <p:nvPr/>
        </p:nvSpPr>
        <p:spPr>
          <a:xfrm>
            <a:off x="7140585" y="3878141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*New*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8C50361D-503F-A243-28C1-C2C4587C1FEE}"/>
              </a:ext>
            </a:extLst>
          </p:cNvPr>
          <p:cNvSpPr/>
          <p:nvPr/>
        </p:nvSpPr>
        <p:spPr>
          <a:xfrm>
            <a:off x="3192939" y="2337944"/>
            <a:ext cx="1161613" cy="5445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Add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19377387-540B-D1F4-F0FC-F3F05FDC8658}"/>
              </a:ext>
            </a:extLst>
          </p:cNvPr>
          <p:cNvSpPr/>
          <p:nvPr/>
        </p:nvSpPr>
        <p:spPr>
          <a:xfrm>
            <a:off x="5945471" y="2337944"/>
            <a:ext cx="1161613" cy="5445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Commit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C2557FA-A634-3056-A759-CF2FDDE370B5}"/>
              </a:ext>
            </a:extLst>
          </p:cNvPr>
          <p:cNvSpPr/>
          <p:nvPr/>
        </p:nvSpPr>
        <p:spPr>
          <a:xfrm>
            <a:off x="8999062" y="2155579"/>
            <a:ext cx="1565880" cy="1024847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Remote Repository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34A7F39-4297-5FB4-6439-78AD4CB5D9ED}"/>
              </a:ext>
            </a:extLst>
          </p:cNvPr>
          <p:cNvSpPr/>
          <p:nvPr/>
        </p:nvSpPr>
        <p:spPr>
          <a:xfrm>
            <a:off x="1626545" y="5115639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b="1" dirty="0"/>
              <a:t>TRACKED</a:t>
            </a:r>
          </a:p>
        </p:txBody>
      </p:sp>
    </p:spTree>
    <p:extLst>
      <p:ext uri="{BB962C8B-B14F-4D97-AF65-F5344CB8AC3E}">
        <p14:creationId xmlns:p14="http://schemas.microsoft.com/office/powerpoint/2010/main" val="541003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11" grpId="0" animBg="1"/>
      <p:bldP spid="11" grpId="1" animBg="1"/>
      <p:bldP spid="12" grpId="0" animBg="1"/>
      <p:bldP spid="10" grpId="0" animBg="1"/>
      <p:bldP spid="17" grpId="0" animBg="1"/>
      <p:bldP spid="9" grpId="0" animBg="1"/>
      <p:bldP spid="20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E46BF-22A7-AB6C-E478-F5BD19FC7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8A9472F-27DD-9330-5EBF-5B3ADD486A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Local-Remote Pipeline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983CB1-A306-3A99-9B8B-A00C4BFC284F}"/>
              </a:ext>
            </a:extLst>
          </p:cNvPr>
          <p:cNvSpPr/>
          <p:nvPr/>
        </p:nvSpPr>
        <p:spPr>
          <a:xfrm>
            <a:off x="1627058" y="2155579"/>
            <a:ext cx="1565880" cy="102484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Working</a:t>
            </a:r>
          </a:p>
          <a:p>
            <a:pPr algn="ctr"/>
            <a:r>
              <a:rPr lang="en-CA" b="1" dirty="0"/>
              <a:t>Directory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38B8F8-A2F3-6BA2-8E50-3C580798A0FA}"/>
              </a:ext>
            </a:extLst>
          </p:cNvPr>
          <p:cNvSpPr/>
          <p:nvPr/>
        </p:nvSpPr>
        <p:spPr>
          <a:xfrm>
            <a:off x="5491707" y="2155579"/>
            <a:ext cx="1565880" cy="102484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Local Repository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7EB4851-1838-481C-C2E7-45B516347DD0}"/>
              </a:ext>
            </a:extLst>
          </p:cNvPr>
          <p:cNvSpPr/>
          <p:nvPr/>
        </p:nvSpPr>
        <p:spPr>
          <a:xfrm>
            <a:off x="5491707" y="3878144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*New*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6E332E-BB6B-AC15-8A34-BC52A0C8DC9F}"/>
              </a:ext>
            </a:extLst>
          </p:cNvPr>
          <p:cNvSpPr/>
          <p:nvPr/>
        </p:nvSpPr>
        <p:spPr>
          <a:xfrm>
            <a:off x="8382836" y="2155579"/>
            <a:ext cx="1565880" cy="1024847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Remote Repository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C9391B9-CF51-2B02-12A5-994D55E2F882}"/>
              </a:ext>
            </a:extLst>
          </p:cNvPr>
          <p:cNvSpPr/>
          <p:nvPr/>
        </p:nvSpPr>
        <p:spPr>
          <a:xfrm>
            <a:off x="1626545" y="5115639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b="1" dirty="0"/>
              <a:t>TRACKED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DC6D6AA4-FCD9-368B-D3DC-865EC217CA72}"/>
              </a:ext>
            </a:extLst>
          </p:cNvPr>
          <p:cNvSpPr/>
          <p:nvPr/>
        </p:nvSpPr>
        <p:spPr>
          <a:xfrm>
            <a:off x="7196902" y="2395736"/>
            <a:ext cx="1161613" cy="5445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Push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69CF77-74E5-003E-DAD0-B27DFFF5F911}"/>
              </a:ext>
            </a:extLst>
          </p:cNvPr>
          <p:cNvSpPr/>
          <p:nvPr/>
        </p:nvSpPr>
        <p:spPr>
          <a:xfrm>
            <a:off x="8382836" y="3878144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*New*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C5B15BE-20F8-7CA6-3536-450539859600}"/>
              </a:ext>
            </a:extLst>
          </p:cNvPr>
          <p:cNvSpPr/>
          <p:nvPr/>
        </p:nvSpPr>
        <p:spPr>
          <a:xfrm>
            <a:off x="8382836" y="5190168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*Modified*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C18FAAC4-89CE-0857-995C-1AB8A26A6D7C}"/>
              </a:ext>
            </a:extLst>
          </p:cNvPr>
          <p:cNvSpPr/>
          <p:nvPr/>
        </p:nvSpPr>
        <p:spPr>
          <a:xfrm flipH="1">
            <a:off x="7081910" y="2395736"/>
            <a:ext cx="1276605" cy="5445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Pull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C88328C-E760-F314-5294-67FE68CF98E3}"/>
              </a:ext>
            </a:extLst>
          </p:cNvPr>
          <p:cNvSpPr/>
          <p:nvPr/>
        </p:nvSpPr>
        <p:spPr>
          <a:xfrm>
            <a:off x="5491707" y="5128361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*Modified*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45C5C27-F5A5-100F-7C29-1642F2BC621C}"/>
              </a:ext>
            </a:extLst>
          </p:cNvPr>
          <p:cNvSpPr/>
          <p:nvPr/>
        </p:nvSpPr>
        <p:spPr>
          <a:xfrm>
            <a:off x="1626545" y="5115638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*Modified*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87CC6A5-611B-F965-86CE-B53C9C2260FB}"/>
              </a:ext>
            </a:extLst>
          </p:cNvPr>
          <p:cNvSpPr/>
          <p:nvPr/>
        </p:nvSpPr>
        <p:spPr>
          <a:xfrm>
            <a:off x="3585654" y="2151941"/>
            <a:ext cx="1565880" cy="102484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Staging</a:t>
            </a:r>
          </a:p>
          <a:p>
            <a:pPr algn="ctr"/>
            <a:r>
              <a:rPr lang="en-CA" b="1" dirty="0"/>
              <a:t>Area</a:t>
            </a:r>
          </a:p>
        </p:txBody>
      </p:sp>
    </p:spTree>
    <p:extLst>
      <p:ext uri="{BB962C8B-B14F-4D97-AF65-F5344CB8AC3E}">
        <p14:creationId xmlns:p14="http://schemas.microsoft.com/office/powerpoint/2010/main" val="1247047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"/>
          <p:cNvSpPr txBox="1">
            <a:spLocks noGrp="1"/>
          </p:cNvSpPr>
          <p:nvPr>
            <p:ph type="title"/>
          </p:nvPr>
        </p:nvSpPr>
        <p:spPr>
          <a:xfrm>
            <a:off x="838200" y="118903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/>
              <a:t>Coffee Break &amp; Networking Session</a:t>
            </a:r>
            <a:endParaRPr/>
          </a:p>
        </p:txBody>
      </p:sp>
      <p:sp>
        <p:nvSpPr>
          <p:cNvPr id="109" name="Google Shape;109;p6"/>
          <p:cNvSpPr txBox="1">
            <a:spLocks noGrp="1"/>
          </p:cNvSpPr>
          <p:nvPr>
            <p:ph type="body" idx="1"/>
          </p:nvPr>
        </p:nvSpPr>
        <p:spPr>
          <a:xfrm>
            <a:off x="4386275" y="3352800"/>
            <a:ext cx="3419400" cy="5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Workshop Sponsors</a:t>
            </a:r>
            <a:endParaRPr/>
          </a:p>
        </p:txBody>
      </p:sp>
      <p:pic>
        <p:nvPicPr>
          <p:cNvPr id="110" name="Google Shape;110;p6" title="cih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8489" y="4162607"/>
            <a:ext cx="3500780" cy="833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6" title="ude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49175" y="4019275"/>
            <a:ext cx="2335933" cy="1011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6" title="consortiumsantenumeriqu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491600" y="3558426"/>
            <a:ext cx="1709800" cy="1773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6" title="combined_logo_white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04482" y="3718076"/>
            <a:ext cx="1563066" cy="161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6" title="genomecanada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269083" y="5222806"/>
            <a:ext cx="1540082" cy="912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6" title="ontariogenomics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321026" y="5222800"/>
            <a:ext cx="1821236" cy="912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6" title="genomequebec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199825" y="5070625"/>
            <a:ext cx="1709800" cy="1216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6" title="ivado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09626" y="5222799"/>
            <a:ext cx="2085388" cy="101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6" title="oicr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730331" y="5222783"/>
            <a:ext cx="1256757" cy="912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1481</Words>
  <Application>Microsoft Office PowerPoint</Application>
  <PresentationFormat>Widescreen</PresentationFormat>
  <Paragraphs>317</Paragraphs>
  <Slides>37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Wingdings</vt:lpstr>
      <vt:lpstr>Helvetica Neue Light</vt:lpstr>
      <vt:lpstr>Helvetica Neue</vt:lpstr>
      <vt:lpstr>Arial</vt:lpstr>
      <vt:lpstr>1_Custom Design</vt:lpstr>
      <vt:lpstr>Office Theme</vt:lpstr>
      <vt:lpstr>Custom Design</vt:lpstr>
      <vt:lpstr>PowerPoint Presentation</vt:lpstr>
      <vt:lpstr>PowerPoint Presentation</vt:lpstr>
      <vt:lpstr>Module 6:  Git &amp; GitHub</vt:lpstr>
      <vt:lpstr>Outline</vt:lpstr>
      <vt:lpstr>Learning Objectives</vt:lpstr>
      <vt:lpstr>PowerPoint Presentation</vt:lpstr>
      <vt:lpstr>Version Control Systems</vt:lpstr>
      <vt:lpstr>Git</vt:lpstr>
      <vt:lpstr>What kind of files does Git track?</vt:lpstr>
      <vt:lpstr>Git vs. GitHub</vt:lpstr>
      <vt:lpstr>Working Directory ≠ Git Repository </vt:lpstr>
      <vt:lpstr>Git Pipeline</vt:lpstr>
      <vt:lpstr>Commit Messages</vt:lpstr>
      <vt:lpstr>PowerPoint Presentation</vt:lpstr>
      <vt:lpstr>PowerPoint Presentation</vt:lpstr>
      <vt:lpstr>Part II – Basic Git Features</vt:lpstr>
      <vt:lpstr>How to access Git</vt:lpstr>
      <vt:lpstr>How to access Git (Rstudio)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Git Branches</vt:lpstr>
      <vt:lpstr>PowerPoint Presentation</vt:lpstr>
      <vt:lpstr>PowerPoint Presentation</vt:lpstr>
      <vt:lpstr>PowerPoint Presentation</vt:lpstr>
      <vt:lpstr>Merging Branches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Coffee Break &amp; Networking Session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Nia Hughes</dc:creator>
  <cp:lastModifiedBy>Adrien Osakwe</cp:lastModifiedBy>
  <cp:revision>1</cp:revision>
  <dcterms:created xsi:type="dcterms:W3CDTF">2025-05-15T14:28:53Z</dcterms:created>
  <dcterms:modified xsi:type="dcterms:W3CDTF">2025-09-11T19:59:22Z</dcterms:modified>
</cp:coreProperties>
</file>